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68" r:id="rId6"/>
    <p:sldId id="271" r:id="rId7"/>
    <p:sldId id="259" r:id="rId8"/>
    <p:sldId id="260" r:id="rId9"/>
    <p:sldId id="269" r:id="rId10"/>
    <p:sldId id="262" r:id="rId11"/>
    <p:sldId id="263" r:id="rId12"/>
    <p:sldId id="265" r:id="rId13"/>
    <p:sldId id="264" r:id="rId14"/>
    <p:sldId id="270" r:id="rId15"/>
  </p:sldIdLst>
  <p:sldSz cx="12192000" cy="6858000"/>
  <p:notesSz cx="6858000" cy="9144000"/>
  <p:defaultTextStyle>
    <a:defPPr rtl="0"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pos="597" userDrawn="1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014067"/>
    <a:srgbClr val="3F3F3F"/>
    <a:srgbClr val="014E7D"/>
    <a:srgbClr val="013657"/>
    <a:srgbClr val="01456F"/>
    <a:srgbClr val="014B79"/>
    <a:srgbClr val="0937C9"/>
    <a:srgbClr val="002774"/>
    <a:srgbClr val="929A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74" autoAdjust="0"/>
  </p:normalViewPr>
  <p:slideViewPr>
    <p:cSldViewPr snapToGrid="0" showGuides="1">
      <p:cViewPr varScale="1">
        <p:scale>
          <a:sx n="93" d="100"/>
          <a:sy n="93" d="100"/>
        </p:scale>
        <p:origin x="84" y="342"/>
      </p:cViewPr>
      <p:guideLst>
        <p:guide pos="3840"/>
        <p:guide pos="597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75" d="100"/>
          <a:sy n="75" d="100"/>
        </p:scale>
        <p:origin x="4056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s-MX" sz="1862" b="0" i="0" u="none" strike="noStrike" kern="1200" spc="0" baseline="0" noProof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r>
              <a:rPr lang="es-MX" noProof="0" dirty="0">
                <a:solidFill>
                  <a:schemeClr val="bg1"/>
                </a:solidFill>
              </a:rPr>
              <a:t>Título del gráfico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s-MX" sz="1862" b="0" i="0" u="none" strike="noStrike" kern="1200" spc="0" baseline="0" noProof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 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11ED-1049-82C3-207A44D401A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11ED-1049-82C3-207A44D401A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11ED-1049-82C3-207A44D401A5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11ED-1049-82C3-207A44D401A5}"/>
              </c:ext>
            </c:extLst>
          </c:dPt>
          <c:cat>
            <c:strRef>
              <c:f>Sheet1!$A$2:$A$5</c:f>
              <c:strCache>
                <c:ptCount val="4"/>
                <c:pt idx="0">
                  <c:v>Categoría 1</c:v>
                </c:pt>
                <c:pt idx="1">
                  <c:v>Categoría 2</c:v>
                </c:pt>
                <c:pt idx="2">
                  <c:v>Categoría 3</c:v>
                </c:pt>
                <c:pt idx="3">
                  <c:v>Categoría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1ED-1049-82C3-207A44D401A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 2</c:v>
                </c:pt>
              </c:strCache>
            </c:strRef>
          </c:tx>
          <c:spPr>
            <a:ln>
              <a:solidFill>
                <a:schemeClr val="bg1"/>
              </a:solidFill>
            </a:ln>
          </c:spPr>
          <c:dPt>
            <c:idx val="0"/>
            <c:bubble3D val="0"/>
            <c:spPr>
              <a:solidFill>
                <a:schemeClr val="accent1"/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A-11ED-1049-82C3-207A44D401A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C-11ED-1049-82C3-207A44D401A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E-11ED-1049-82C3-207A44D401A5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0-11ED-1049-82C3-207A44D401A5}"/>
              </c:ext>
            </c:extLst>
          </c:dPt>
          <c:cat>
            <c:strRef>
              <c:f>Sheet1!$A$2:$A$5</c:f>
              <c:strCache>
                <c:ptCount val="4"/>
                <c:pt idx="0">
                  <c:v>Categoría 1</c:v>
                </c:pt>
                <c:pt idx="1">
                  <c:v>Categoría 2</c:v>
                </c:pt>
                <c:pt idx="2">
                  <c:v>Categoría 3</c:v>
                </c:pt>
                <c:pt idx="3">
                  <c:v>Categoría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1ED-1049-82C3-207A44D401A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 3</c:v>
                </c:pt>
              </c:strCache>
            </c:strRef>
          </c:tx>
          <c:spPr>
            <a:ln>
              <a:solidFill>
                <a:schemeClr val="bg1"/>
              </a:solidFill>
            </a:ln>
          </c:spPr>
          <c:dPt>
            <c:idx val="0"/>
            <c:bubble3D val="0"/>
            <c:spPr>
              <a:solidFill>
                <a:schemeClr val="accent1"/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11ED-1049-82C3-207A44D401A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5-11ED-1049-82C3-207A44D401A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7-11ED-1049-82C3-207A44D401A5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9-11ED-1049-82C3-207A44D401A5}"/>
              </c:ext>
            </c:extLst>
          </c:dPt>
          <c:cat>
            <c:strRef>
              <c:f>Sheet1!$A$2:$A$5</c:f>
              <c:strCache>
                <c:ptCount val="4"/>
                <c:pt idx="0">
                  <c:v>Categoría 1</c:v>
                </c:pt>
                <c:pt idx="1">
                  <c:v>Categoría 2</c:v>
                </c:pt>
                <c:pt idx="2">
                  <c:v>Categoría 3</c:v>
                </c:pt>
                <c:pt idx="3">
                  <c:v>Categoría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A-11ED-1049-82C3-207A44D401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s-MX" sz="1197" b="0" i="0" u="none" strike="noStrike" kern="1200" baseline="0" noProof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lang="es-MX" noProof="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>
            <a:extLst>
              <a:ext uri="{FF2B5EF4-FFF2-40B4-BE49-F238E27FC236}">
                <a16:creationId xmlns:a16="http://schemas.microsoft.com/office/drawing/2014/main" id="{E8BEDA40-91A9-49DC-B402-0EBE674AAE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MX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8CBB508-5589-42E7-A433-D119AC0FFB7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A2A426B-9440-44A8-9F99-3F0FF2DF39DF}" type="datetime1">
              <a:rPr lang="es-MX" smtClean="0"/>
              <a:t>09/10/2025</a:t>
            </a:fld>
            <a:endParaRPr lang="es-MX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9232ABA-B33A-4B3B-8412-C1773FBF3D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MX" dirty="0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BAB1832E-3B48-42CB-80A7-CD8E48D52DD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1072A3-100F-40A9-915F-8D2D9E6962D8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135371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MX" noProof="0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CF690D-F816-4861-BF06-E5E9783C00DD}" type="datetime1">
              <a:rPr lang="es-MX" smtClean="0"/>
              <a:pPr/>
              <a:t>09/10/2025</a:t>
            </a:fld>
            <a:endParaRPr lang="es-MX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MX" noProof="0" dirty="0"/>
          </a:p>
        </p:txBody>
      </p:sp>
      <p:sp>
        <p:nvSpPr>
          <p:cNvPr id="5" name="Marcador de posición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MX" noProof="0" dirty="0"/>
              <a:t>Editar estilos de texto del patrón</a:t>
            </a:r>
          </a:p>
          <a:p>
            <a:pPr lvl="1" rtl="0"/>
            <a:r>
              <a:rPr lang="es-MX" noProof="0" dirty="0"/>
              <a:t>Segundo nivel</a:t>
            </a:r>
          </a:p>
          <a:p>
            <a:pPr lvl="2" rtl="0"/>
            <a:r>
              <a:rPr lang="es-MX" noProof="0" dirty="0"/>
              <a:t>Tercer nivel</a:t>
            </a:r>
          </a:p>
          <a:p>
            <a:pPr lvl="3" rtl="0"/>
            <a:r>
              <a:rPr lang="es-MX" noProof="0" dirty="0"/>
              <a:t>Cuarto nivel</a:t>
            </a:r>
          </a:p>
          <a:p>
            <a:pPr lvl="4" rtl="0"/>
            <a:r>
              <a:rPr lang="es-MX" noProof="0" dirty="0"/>
              <a:t>Quinto nivel</a:t>
            </a:r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MX" noProof="0" dirty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9230CFA-805A-4FD3-B3A0-DAAA5993DA17}" type="slidenum">
              <a:rPr lang="es-MX" noProof="0" smtClean="0"/>
              <a:t>‹Nº›</a:t>
            </a:fld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79892771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MX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es-MX" smtClean="0"/>
              <a:t>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6054588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MX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es-MX" smtClean="0"/>
              <a:t>2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467972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4C72B-6CF9-2347-F548-1C1147CF4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>
            <a:extLst>
              <a:ext uri="{FF2B5EF4-FFF2-40B4-BE49-F238E27FC236}">
                <a16:creationId xmlns:a16="http://schemas.microsoft.com/office/drawing/2014/main" id="{C49C4F33-E520-5769-195D-E4F721AAE1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>
            <a:extLst>
              <a:ext uri="{FF2B5EF4-FFF2-40B4-BE49-F238E27FC236}">
                <a16:creationId xmlns:a16="http://schemas.microsoft.com/office/drawing/2014/main" id="{045F9030-6349-7C50-8BA7-B349B53EB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MX" dirty="0"/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552CE6B2-A750-B850-35B4-66D5D04E8A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es-MX" smtClean="0"/>
              <a:t>3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9127646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MX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es-MX" smtClean="0"/>
              <a:t>4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7898016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MX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es-MX" smtClean="0"/>
              <a:t>5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103765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MX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es-MX" smtClean="0"/>
              <a:t>6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39394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MX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es-MX" smtClean="0"/>
              <a:t>7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530695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MX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es-MX" smtClean="0"/>
              <a:t>8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3048688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MX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es-MX" smtClean="0"/>
              <a:t>9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201938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MX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es-MX" smtClean="0"/>
              <a:t>10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6120668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MX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es-MX" smtClean="0"/>
              <a:t>11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739621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 con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ángulo rectángulo 10">
            <a:extLst>
              <a:ext uri="{FF2B5EF4-FFF2-40B4-BE49-F238E27FC236}">
                <a16:creationId xmlns:a16="http://schemas.microsoft.com/office/drawing/2014/main" id="{037924D2-2AB4-4BE1-9687-836615C72DFC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A93BC534-BFA1-4292-899F-03AC711BF7C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Marcador de posición de imagen 24">
            <a:extLst>
              <a:ext uri="{FF2B5EF4-FFF2-40B4-BE49-F238E27FC236}">
                <a16:creationId xmlns:a16="http://schemas.microsoft.com/office/drawing/2014/main" id="{73B47EE6-EDE6-4881-B456-B37D9C1A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683398" y="860944"/>
            <a:ext cx="4428523" cy="5137089"/>
          </a:xfrm>
          <a:custGeom>
            <a:avLst/>
            <a:gdLst>
              <a:gd name="connsiteX0" fmla="*/ 2214261 w 4428523"/>
              <a:gd name="connsiteY0" fmla="*/ 0 h 5137089"/>
              <a:gd name="connsiteX1" fmla="*/ 4428523 w 4428523"/>
              <a:gd name="connsiteY1" fmla="*/ 1107131 h 5137089"/>
              <a:gd name="connsiteX2" fmla="*/ 4428523 w 4428523"/>
              <a:gd name="connsiteY2" fmla="*/ 4029957 h 5137089"/>
              <a:gd name="connsiteX3" fmla="*/ 2214261 w 4428523"/>
              <a:gd name="connsiteY3" fmla="*/ 5137089 h 5137089"/>
              <a:gd name="connsiteX4" fmla="*/ 0 w 4428523"/>
              <a:gd name="connsiteY4" fmla="*/ 4029957 h 5137089"/>
              <a:gd name="connsiteX5" fmla="*/ 0 w 4428523"/>
              <a:gd name="connsiteY5" fmla="*/ 1107131 h 5137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8523" h="5137089">
                <a:moveTo>
                  <a:pt x="2214261" y="0"/>
                </a:moveTo>
                <a:lnTo>
                  <a:pt x="4428523" y="1107131"/>
                </a:lnTo>
                <a:lnTo>
                  <a:pt x="4428523" y="4029957"/>
                </a:lnTo>
                <a:lnTo>
                  <a:pt x="2214261" y="5137089"/>
                </a:lnTo>
                <a:lnTo>
                  <a:pt x="0" y="4029957"/>
                </a:lnTo>
                <a:lnTo>
                  <a:pt x="0" y="1107131"/>
                </a:ln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MX" noProof="0"/>
              <a:t>Haz clic en el icono para agregar una imagen</a:t>
            </a:r>
            <a:endParaRPr lang="es-MX" noProof="0" dirty="0"/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EBEE4DB5-5DEF-4DDB-9764-FD834B9DCAE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 title="Título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75721" y="2006084"/>
            <a:ext cx="4853573" cy="1616252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algn="l"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modificar el estilo de título del patrón</a:t>
            </a:r>
          </a:p>
        </p:txBody>
      </p:sp>
      <p:sp>
        <p:nvSpPr>
          <p:cNvPr id="3" name="Subtítulo 2" title="Subtítulo">
            <a:extLst>
              <a:ext uri="{FF2B5EF4-FFF2-40B4-BE49-F238E27FC236}">
                <a16:creationId xmlns:a16="http://schemas.microsoft.com/office/drawing/2014/main" id="{06317687-D49E-41F7-A330-C78C728F0D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75214" y="3640998"/>
            <a:ext cx="4854339" cy="1257574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sz="2400" b="0" i="0" spc="300">
                <a:solidFill>
                  <a:schemeClr val="accent6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MX" noProof="0" dirty="0"/>
              <a:t>HAZ CLIC PARA MODIFICAR EL SUBTÍTULO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62849C0-AA0D-4E1A-B4B6-E6A5917AC0A5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00450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7537" userDrawn="1">
          <p15:clr>
            <a:srgbClr val="FBAE40"/>
          </p15:clr>
        </p15:guide>
        <p15:guide id="3" pos="138" userDrawn="1">
          <p15:clr>
            <a:srgbClr val="FBAE40"/>
          </p15:clr>
        </p15:guide>
        <p15:guide id="4" orient="horz" pos="4178" userDrawn="1">
          <p15:clr>
            <a:srgbClr val="FBAE40"/>
          </p15:clr>
        </p15:guide>
        <p15:guide id="5" orient="horz" pos="142" userDrawn="1">
          <p15:clr>
            <a:srgbClr val="FBAE40"/>
          </p15:clr>
        </p15:guide>
        <p15:guide id="6" pos="2457" userDrawn="1">
          <p15:clr>
            <a:srgbClr val="FBAE40"/>
          </p15:clr>
        </p15:guide>
        <p15:guide id="7" pos="4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abezado de sección con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riángulo rectángulo 18">
            <a:extLst>
              <a:ext uri="{FF2B5EF4-FFF2-40B4-BE49-F238E27FC236}">
                <a16:creationId xmlns:a16="http://schemas.microsoft.com/office/drawing/2014/main" id="{71D0E8AA-902F-440D-9C55-2A391C22396A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  <p:sp>
        <p:nvSpPr>
          <p:cNvPr id="17" name="Paralelogramo 16">
            <a:extLst>
              <a:ext uri="{FF2B5EF4-FFF2-40B4-BE49-F238E27FC236}">
                <a16:creationId xmlns:a16="http://schemas.microsoft.com/office/drawing/2014/main" id="{7D937721-835D-4D84-94A3-6C79D4639514}"/>
              </a:ext>
            </a:extLst>
          </p:cNvPr>
          <p:cNvSpPr/>
          <p:nvPr userDrawn="1"/>
        </p:nvSpPr>
        <p:spPr>
          <a:xfrm rot="19958790">
            <a:off x="-637324" y="3588176"/>
            <a:ext cx="3860162" cy="1746952"/>
          </a:xfrm>
          <a:prstGeom prst="parallelogram">
            <a:avLst>
              <a:gd name="adj" fmla="val 5321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732BB30B-8262-4715-998F-AAF6A81ADFD3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10090"/>
            <a:ext cx="1785257" cy="9075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ítulo 1" title="Título">
            <a:extLst>
              <a:ext uri="{FF2B5EF4-FFF2-40B4-BE49-F238E27FC236}">
                <a16:creationId xmlns:a16="http://schemas.microsoft.com/office/drawing/2014/main" id="{4D7EF399-DAA5-44EC-B712-79C755FE8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842" y="1987420"/>
            <a:ext cx="4911633" cy="1789855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000" b="1">
                <a:solidFill>
                  <a:schemeClr val="accent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es-MX" noProof="0" dirty="0"/>
              <a:t>Haz clic para modificar el estilo de título del patrón</a:t>
            </a:r>
          </a:p>
        </p:txBody>
      </p:sp>
      <p:sp>
        <p:nvSpPr>
          <p:cNvPr id="101" name="Marcador de texto 2" title="Subtítulo">
            <a:extLst>
              <a:ext uri="{FF2B5EF4-FFF2-40B4-BE49-F238E27FC236}">
                <a16:creationId xmlns:a16="http://schemas.microsoft.com/office/drawing/2014/main" id="{26D13BFA-61B0-402F-8611-02D3DFDBEB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283842" y="3792046"/>
            <a:ext cx="4911633" cy="910580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sz="2000" b="0" i="0" spc="300">
                <a:solidFill>
                  <a:schemeClr val="accent6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MX" noProof="0" dirty="0"/>
              <a:t>EDITAR ESTILOS DE TEXTO DEL PATRÓN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DA0A0C24-D997-4E78-951F-AFB51C70EFC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Paralelogramo 24">
            <a:extLst>
              <a:ext uri="{FF2B5EF4-FFF2-40B4-BE49-F238E27FC236}">
                <a16:creationId xmlns:a16="http://schemas.microsoft.com/office/drawing/2014/main" id="{E123A0CF-50D6-46EC-8BF6-43E38AFCD588}"/>
              </a:ext>
            </a:extLst>
          </p:cNvPr>
          <p:cNvSpPr/>
          <p:nvPr userDrawn="1"/>
        </p:nvSpPr>
        <p:spPr>
          <a:xfrm>
            <a:off x="7754112" y="0"/>
            <a:ext cx="2258568" cy="742819"/>
          </a:xfrm>
          <a:prstGeom prst="parallelogram">
            <a:avLst>
              <a:gd name="adj" fmla="val 19585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s-MX" noProof="0" dirty="0"/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2B2F1D2E-B631-4CB1-9448-2B50F8C4631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408562"/>
            <a:ext cx="6595353" cy="34031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Marcador de posición de imagen 26">
            <a:extLst>
              <a:ext uri="{FF2B5EF4-FFF2-40B4-BE49-F238E27FC236}">
                <a16:creationId xmlns:a16="http://schemas.microsoft.com/office/drawing/2014/main" id="{95572AA9-EFAE-4771-B1EE-47E3611737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683398" y="860944"/>
            <a:ext cx="4428523" cy="5137089"/>
          </a:xfrm>
          <a:custGeom>
            <a:avLst/>
            <a:gdLst>
              <a:gd name="connsiteX0" fmla="*/ 2214261 w 4428523"/>
              <a:gd name="connsiteY0" fmla="*/ 0 h 5137089"/>
              <a:gd name="connsiteX1" fmla="*/ 4428523 w 4428523"/>
              <a:gd name="connsiteY1" fmla="*/ 1107131 h 5137089"/>
              <a:gd name="connsiteX2" fmla="*/ 4428523 w 4428523"/>
              <a:gd name="connsiteY2" fmla="*/ 4029957 h 5137089"/>
              <a:gd name="connsiteX3" fmla="*/ 2214261 w 4428523"/>
              <a:gd name="connsiteY3" fmla="*/ 5137089 h 5137089"/>
              <a:gd name="connsiteX4" fmla="*/ 0 w 4428523"/>
              <a:gd name="connsiteY4" fmla="*/ 4029957 h 5137089"/>
              <a:gd name="connsiteX5" fmla="*/ 0 w 4428523"/>
              <a:gd name="connsiteY5" fmla="*/ 1107131 h 5137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8523" h="5137089">
                <a:moveTo>
                  <a:pt x="2214261" y="0"/>
                </a:moveTo>
                <a:lnTo>
                  <a:pt x="4428523" y="1107131"/>
                </a:lnTo>
                <a:lnTo>
                  <a:pt x="4428523" y="4029957"/>
                </a:lnTo>
                <a:lnTo>
                  <a:pt x="2214261" y="5137089"/>
                </a:lnTo>
                <a:lnTo>
                  <a:pt x="0" y="4029957"/>
                </a:lnTo>
                <a:lnTo>
                  <a:pt x="0" y="1107131"/>
                </a:ln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MX" noProof="0"/>
              <a:t>Haz clic en el icono para agregar una imagen</a:t>
            </a:r>
            <a:endParaRPr lang="es-MX" noProof="0" dirty="0"/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5CF69447-82AD-475F-A3AE-3D7FF61DBFE2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5266944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aralelogramo 23">
            <a:extLst>
              <a:ext uri="{FF2B5EF4-FFF2-40B4-BE49-F238E27FC236}">
                <a16:creationId xmlns:a16="http://schemas.microsoft.com/office/drawing/2014/main" id="{FC8C82F3-94EE-4B4F-A01D-993A41BC00B1}"/>
              </a:ext>
            </a:extLst>
          </p:cNvPr>
          <p:cNvSpPr/>
          <p:nvPr userDrawn="1"/>
        </p:nvSpPr>
        <p:spPr>
          <a:xfrm rot="19958790">
            <a:off x="-139035" y="3407045"/>
            <a:ext cx="1438399" cy="236580"/>
          </a:xfrm>
          <a:prstGeom prst="parallelogram">
            <a:avLst>
              <a:gd name="adj" fmla="val 5321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1123998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143" userDrawn="1">
          <p15:clr>
            <a:srgbClr val="FBAE40"/>
          </p15:clr>
        </p15:guide>
        <p15:guide id="4" orient="horz" pos="4170" userDrawn="1">
          <p15:clr>
            <a:srgbClr val="FBAE40"/>
          </p15:clr>
        </p15:guide>
        <p15:guide id="5" pos="7537" userDrawn="1">
          <p15:clr>
            <a:srgbClr val="FBAE40"/>
          </p15:clr>
        </p15:guide>
        <p15:guide id="6" orient="horz" pos="14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de text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 title="Viñetas">
            <a:extLst>
              <a:ext uri="{FF2B5EF4-FFF2-40B4-BE49-F238E27FC236}">
                <a16:creationId xmlns:a16="http://schemas.microsoft.com/office/drawing/2014/main" id="{BFD7EA17-BE66-4636-9684-F93562587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378" y="3196915"/>
            <a:ext cx="4942829" cy="2958275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buClr>
                <a:schemeClr val="accent2"/>
              </a:buClr>
              <a:defRPr sz="24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0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MX" noProof="0"/>
              <a:t>Haga clic para modificar los estilos de texto del patrón</a:t>
            </a:r>
          </a:p>
          <a:p>
            <a:pPr lvl="1" rtl="0"/>
            <a:r>
              <a:rPr lang="es-MX" noProof="0"/>
              <a:t>Segundo nivel</a:t>
            </a:r>
          </a:p>
          <a:p>
            <a:pPr lvl="2" rtl="0"/>
            <a:r>
              <a:rPr lang="es-MX" noProof="0"/>
              <a:t>Tercer nivel</a:t>
            </a:r>
          </a:p>
          <a:p>
            <a:pPr lvl="3" rtl="0"/>
            <a:r>
              <a:rPr lang="es-MX" noProof="0"/>
              <a:t>Cuarto nivel</a:t>
            </a:r>
          </a:p>
          <a:p>
            <a:pPr lvl="4" rtl="0"/>
            <a:r>
              <a:rPr lang="es-MX" noProof="0"/>
              <a:t>Quinto nivel</a:t>
            </a:r>
            <a:endParaRPr lang="es-MX" noProof="0" dirty="0"/>
          </a:p>
        </p:txBody>
      </p:sp>
      <p:sp>
        <p:nvSpPr>
          <p:cNvPr id="24" name="Triángulo rectángulo 23">
            <a:extLst>
              <a:ext uri="{FF2B5EF4-FFF2-40B4-BE49-F238E27FC236}">
                <a16:creationId xmlns:a16="http://schemas.microsoft.com/office/drawing/2014/main" id="{BD6ACE60-499D-41AB-89C4-D537D7C3D22A}"/>
              </a:ext>
            </a:extLst>
          </p:cNvPr>
          <p:cNvSpPr/>
          <p:nvPr userDrawn="1"/>
        </p:nvSpPr>
        <p:spPr>
          <a:xfrm flipH="1" flipV="1">
            <a:off x="1839686" y="-6"/>
            <a:ext cx="10352314" cy="5638806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  <p:sp>
        <p:nvSpPr>
          <p:cNvPr id="25" name="Paralelogramo 24">
            <a:extLst>
              <a:ext uri="{FF2B5EF4-FFF2-40B4-BE49-F238E27FC236}">
                <a16:creationId xmlns:a16="http://schemas.microsoft.com/office/drawing/2014/main" id="{18C08F43-D42B-4CF1-912F-BC83D72AB415}"/>
              </a:ext>
            </a:extLst>
          </p:cNvPr>
          <p:cNvSpPr/>
          <p:nvPr userDrawn="1"/>
        </p:nvSpPr>
        <p:spPr>
          <a:xfrm flipH="1">
            <a:off x="2978150" y="-5"/>
            <a:ext cx="4121150" cy="1308105"/>
          </a:xfrm>
          <a:prstGeom prst="parallelogram">
            <a:avLst>
              <a:gd name="adj" fmla="val 18638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s-MX" noProof="0" dirty="0"/>
          </a:p>
        </p:txBody>
      </p: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1411C731-2333-41B0-927A-0A48EEC79964}"/>
              </a:ext>
            </a:extLst>
          </p:cNvPr>
          <p:cNvCxnSpPr>
            <a:cxnSpLocks/>
          </p:cNvCxnSpPr>
          <p:nvPr userDrawn="1"/>
        </p:nvCxnSpPr>
        <p:spPr>
          <a:xfrm flipV="1">
            <a:off x="6375400" y="5047077"/>
            <a:ext cx="1524574" cy="1803400"/>
          </a:xfrm>
          <a:prstGeom prst="line">
            <a:avLst/>
          </a:prstGeom>
          <a:ln>
            <a:solidFill>
              <a:srgbClr val="EAB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Marcador de texto 4" title="Subtítulo">
            <a:extLst>
              <a:ext uri="{FF2B5EF4-FFF2-40B4-BE49-F238E27FC236}">
                <a16:creationId xmlns:a16="http://schemas.microsoft.com/office/drawing/2014/main" id="{D71EE635-EA0C-4139-8160-AE1EAD13AAE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31379" y="2563477"/>
            <a:ext cx="7342631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es-MX" noProof="0" dirty="0"/>
              <a:t>HAZ CLIC PARA EL ESTILO DE SUBTÍTULO</a:t>
            </a:r>
          </a:p>
        </p:txBody>
      </p:sp>
      <p:sp>
        <p:nvSpPr>
          <p:cNvPr id="2" name="Título 1" title="Título ">
            <a:extLst>
              <a:ext uri="{FF2B5EF4-FFF2-40B4-BE49-F238E27FC236}">
                <a16:creationId xmlns:a16="http://schemas.microsoft.com/office/drawing/2014/main" id="{20237B57-91C6-4F8B-8AA0-18FA50B0FD1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31378" y="1308484"/>
            <a:ext cx="7342622" cy="121556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modificar </a:t>
            </a:r>
            <a:br>
              <a:rPr lang="es-MX" noProof="0" dirty="0"/>
            </a:br>
            <a:r>
              <a:rPr lang="es-MX" noProof="0" dirty="0"/>
              <a:t>Estilo de título del patrón </a:t>
            </a:r>
          </a:p>
        </p:txBody>
      </p:sp>
      <p:sp>
        <p:nvSpPr>
          <p:cNvPr id="15" name="Marcador de posición de imagen 14">
            <a:extLst>
              <a:ext uri="{FF2B5EF4-FFF2-40B4-BE49-F238E27FC236}">
                <a16:creationId xmlns:a16="http://schemas.microsoft.com/office/drawing/2014/main" id="{FE1FADFB-0A3D-40F7-9B40-368DECD971E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04000" y="0"/>
            <a:ext cx="5588000" cy="6872249"/>
          </a:xfrm>
          <a:custGeom>
            <a:avLst/>
            <a:gdLst>
              <a:gd name="connsiteX0" fmla="*/ 3876237 w 5588000"/>
              <a:gd name="connsiteY0" fmla="*/ 5431883 h 6872249"/>
              <a:gd name="connsiteX1" fmla="*/ 4953000 w 5588000"/>
              <a:gd name="connsiteY1" fmla="*/ 5431883 h 6872249"/>
              <a:gd name="connsiteX2" fmla="*/ 3769163 w 5588000"/>
              <a:gd name="connsiteY2" fmla="*/ 6872249 h 6872249"/>
              <a:gd name="connsiteX3" fmla="*/ 2692400 w 5588000"/>
              <a:gd name="connsiteY3" fmla="*/ 6872249 h 6872249"/>
              <a:gd name="connsiteX4" fmla="*/ 2479230 w 5588000"/>
              <a:gd name="connsiteY4" fmla="*/ 2870200 h 6872249"/>
              <a:gd name="connsiteX5" fmla="*/ 3175000 w 5588000"/>
              <a:gd name="connsiteY5" fmla="*/ 2870200 h 6872249"/>
              <a:gd name="connsiteX6" fmla="*/ 1965770 w 5588000"/>
              <a:gd name="connsiteY6" fmla="*/ 4310566 h 6872249"/>
              <a:gd name="connsiteX7" fmla="*/ 1270000 w 5588000"/>
              <a:gd name="connsiteY7" fmla="*/ 4310566 h 6872249"/>
              <a:gd name="connsiteX8" fmla="*/ 5575300 w 5588000"/>
              <a:gd name="connsiteY8" fmla="*/ 139700 h 6872249"/>
              <a:gd name="connsiteX9" fmla="*/ 5575300 w 5588000"/>
              <a:gd name="connsiteY9" fmla="*/ 3238583 h 6872249"/>
              <a:gd name="connsiteX10" fmla="*/ 2571663 w 5588000"/>
              <a:gd name="connsiteY10" fmla="*/ 6858000 h 6872249"/>
              <a:gd name="connsiteX11" fmla="*/ 0 w 5588000"/>
              <a:gd name="connsiteY11" fmla="*/ 6858000 h 6872249"/>
              <a:gd name="connsiteX12" fmla="*/ 4256761 w 5588000"/>
              <a:gd name="connsiteY12" fmla="*/ 0 h 6872249"/>
              <a:gd name="connsiteX13" fmla="*/ 5588000 w 5588000"/>
              <a:gd name="connsiteY13" fmla="*/ 0 h 6872249"/>
              <a:gd name="connsiteX14" fmla="*/ 3274339 w 5588000"/>
              <a:gd name="connsiteY14" fmla="*/ 2755900 h 6872249"/>
              <a:gd name="connsiteX15" fmla="*/ 1943100 w 5588000"/>
              <a:gd name="connsiteY15" fmla="*/ 2755900 h 6872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88000" h="6872249">
                <a:moveTo>
                  <a:pt x="3876237" y="5431883"/>
                </a:moveTo>
                <a:lnTo>
                  <a:pt x="4953000" y="5431883"/>
                </a:lnTo>
                <a:lnTo>
                  <a:pt x="3769163" y="6872249"/>
                </a:lnTo>
                <a:lnTo>
                  <a:pt x="2692400" y="6872249"/>
                </a:lnTo>
                <a:close/>
                <a:moveTo>
                  <a:pt x="2479230" y="2870200"/>
                </a:moveTo>
                <a:lnTo>
                  <a:pt x="3175000" y="2870200"/>
                </a:lnTo>
                <a:lnTo>
                  <a:pt x="1965770" y="4310566"/>
                </a:lnTo>
                <a:lnTo>
                  <a:pt x="1270000" y="4310566"/>
                </a:lnTo>
                <a:close/>
                <a:moveTo>
                  <a:pt x="5575300" y="139700"/>
                </a:moveTo>
                <a:lnTo>
                  <a:pt x="5575300" y="3238583"/>
                </a:lnTo>
                <a:lnTo>
                  <a:pt x="2571663" y="6858000"/>
                </a:lnTo>
                <a:lnTo>
                  <a:pt x="0" y="6858000"/>
                </a:lnTo>
                <a:close/>
                <a:moveTo>
                  <a:pt x="4256761" y="0"/>
                </a:moveTo>
                <a:lnTo>
                  <a:pt x="5588000" y="0"/>
                </a:lnTo>
                <a:lnTo>
                  <a:pt x="3274339" y="2755900"/>
                </a:lnTo>
                <a:lnTo>
                  <a:pt x="1943100" y="27559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MX" noProof="0"/>
              <a:t>Haz clic en el icono para agregar una imagen</a:t>
            </a:r>
            <a:endParaRPr lang="es-MX" noProof="0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ADB14A5-A767-774C-85B8-68EF914689F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es-MX" noProof="0" dirty="0"/>
              <a:t>Agregar un pie de página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4B9B51B-EAA9-4B4D-A4F6-470CD95DAA7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noProof="0" smtClean="0"/>
              <a:t>‹Nº›</a:t>
            </a:fld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34422305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41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de text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riángulo rectángulo 34">
            <a:extLst>
              <a:ext uri="{FF2B5EF4-FFF2-40B4-BE49-F238E27FC236}">
                <a16:creationId xmlns:a16="http://schemas.microsoft.com/office/drawing/2014/main" id="{805F1696-7D6B-4055-94C3-E4C179F63596}"/>
              </a:ext>
            </a:extLst>
          </p:cNvPr>
          <p:cNvSpPr/>
          <p:nvPr userDrawn="1"/>
        </p:nvSpPr>
        <p:spPr>
          <a:xfrm flipH="1" flipV="1">
            <a:off x="1839686" y="-6"/>
            <a:ext cx="10352314" cy="5638806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  <p:sp>
        <p:nvSpPr>
          <p:cNvPr id="18" name="Marcador de posición de imagen 17">
            <a:extLst>
              <a:ext uri="{FF2B5EF4-FFF2-40B4-BE49-F238E27FC236}">
                <a16:creationId xmlns:a16="http://schemas.microsoft.com/office/drawing/2014/main" id="{8B9EC3A9-7039-403A-9414-429521308A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0177" y="1435100"/>
            <a:ext cx="6021821" cy="5422900"/>
          </a:xfrm>
          <a:custGeom>
            <a:avLst/>
            <a:gdLst>
              <a:gd name="connsiteX0" fmla="*/ 6021821 w 6021821"/>
              <a:gd name="connsiteY0" fmla="*/ 0 h 5422900"/>
              <a:gd name="connsiteX1" fmla="*/ 6021821 w 6021821"/>
              <a:gd name="connsiteY1" fmla="*/ 5422900 h 5422900"/>
              <a:gd name="connsiteX2" fmla="*/ 0 w 6021821"/>
              <a:gd name="connsiteY2" fmla="*/ 5422900 h 542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21821" h="5422900">
                <a:moveTo>
                  <a:pt x="6021821" y="0"/>
                </a:moveTo>
                <a:lnTo>
                  <a:pt x="6021821" y="5422900"/>
                </a:lnTo>
                <a:lnTo>
                  <a:pt x="0" y="54229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rIns="365760" rtlCol="0" anchor="ctr">
            <a:noAutofit/>
          </a:bodyPr>
          <a:lstStyle>
            <a:lvl1pPr marL="0" indent="0" algn="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MX" noProof="0"/>
              <a:t>Haz clic en el icono para agregar una imagen</a:t>
            </a:r>
            <a:endParaRPr lang="es-MX" noProof="0" dirty="0"/>
          </a:p>
        </p:txBody>
      </p:sp>
      <p:sp>
        <p:nvSpPr>
          <p:cNvPr id="3" name="Marcador de contenido 2" title="Viñetas">
            <a:extLst>
              <a:ext uri="{FF2B5EF4-FFF2-40B4-BE49-F238E27FC236}">
                <a16:creationId xmlns:a16="http://schemas.microsoft.com/office/drawing/2014/main" id="{BFD7EA17-BE66-4636-9684-F93562587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378" y="3196915"/>
            <a:ext cx="4942829" cy="2958275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buClr>
                <a:schemeClr val="accent2"/>
              </a:buClr>
              <a:defRPr sz="24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0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MX" noProof="0"/>
              <a:t>Haga clic para modificar los estilos de texto del patrón</a:t>
            </a:r>
          </a:p>
          <a:p>
            <a:pPr lvl="1" rtl="0"/>
            <a:r>
              <a:rPr lang="es-MX" noProof="0"/>
              <a:t>Segundo nivel</a:t>
            </a:r>
          </a:p>
          <a:p>
            <a:pPr lvl="2" rtl="0"/>
            <a:r>
              <a:rPr lang="es-MX" noProof="0"/>
              <a:t>Tercer nivel</a:t>
            </a:r>
          </a:p>
          <a:p>
            <a:pPr lvl="3" rtl="0"/>
            <a:r>
              <a:rPr lang="es-MX" noProof="0"/>
              <a:t>Cuarto nivel</a:t>
            </a:r>
          </a:p>
          <a:p>
            <a:pPr lvl="4" rtl="0"/>
            <a:r>
              <a:rPr lang="es-MX" noProof="0"/>
              <a:t>Quinto nivel</a:t>
            </a:r>
            <a:endParaRPr lang="es-MX" noProof="0" dirty="0"/>
          </a:p>
        </p:txBody>
      </p:sp>
      <p:sp>
        <p:nvSpPr>
          <p:cNvPr id="25" name="Paralelogramo 24">
            <a:extLst>
              <a:ext uri="{FF2B5EF4-FFF2-40B4-BE49-F238E27FC236}">
                <a16:creationId xmlns:a16="http://schemas.microsoft.com/office/drawing/2014/main" id="{18C08F43-D42B-4CF1-912F-BC83D72AB415}"/>
              </a:ext>
            </a:extLst>
          </p:cNvPr>
          <p:cNvSpPr/>
          <p:nvPr userDrawn="1"/>
        </p:nvSpPr>
        <p:spPr>
          <a:xfrm flipH="1">
            <a:off x="2978150" y="-5"/>
            <a:ext cx="4121150" cy="1308105"/>
          </a:xfrm>
          <a:prstGeom prst="parallelogram">
            <a:avLst>
              <a:gd name="adj" fmla="val 18638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s-MX" noProof="0" dirty="0"/>
          </a:p>
        </p:txBody>
      </p: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1411C731-2333-41B0-927A-0A48EEC7996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352314" y="1185452"/>
            <a:ext cx="1839685" cy="163394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Marcador de texto 4" title="Subtítulo">
            <a:extLst>
              <a:ext uri="{FF2B5EF4-FFF2-40B4-BE49-F238E27FC236}">
                <a16:creationId xmlns:a16="http://schemas.microsoft.com/office/drawing/2014/main" id="{D71EE635-EA0C-4139-8160-AE1EAD13AAE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31379" y="2563477"/>
            <a:ext cx="7342621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es-MX" noProof="0" dirty="0"/>
              <a:t>HAZ CLIC PARA EL ESTILO DE SUBTÍTULO</a:t>
            </a:r>
          </a:p>
        </p:txBody>
      </p:sp>
      <p:sp>
        <p:nvSpPr>
          <p:cNvPr id="17" name="Cuadro de texto 16">
            <a:extLst>
              <a:ext uri="{FF2B5EF4-FFF2-40B4-BE49-F238E27FC236}">
                <a16:creationId xmlns:a16="http://schemas.microsoft.com/office/drawing/2014/main" id="{3EB154C1-CE47-4220-9832-4FD0868A64A8}"/>
              </a:ext>
            </a:extLst>
          </p:cNvPr>
          <p:cNvSpPr txBox="1"/>
          <p:nvPr userDrawn="1"/>
        </p:nvSpPr>
        <p:spPr>
          <a:xfrm>
            <a:off x="11073384" y="237744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MX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19" name="Título 1" title="Título ">
            <a:extLst>
              <a:ext uri="{FF2B5EF4-FFF2-40B4-BE49-F238E27FC236}">
                <a16:creationId xmlns:a16="http://schemas.microsoft.com/office/drawing/2014/main" id="{2DB9D671-9FC8-4306-96B7-D9D585694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378" y="1308484"/>
            <a:ext cx="7342622" cy="121556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modificar </a:t>
            </a:r>
            <a:br>
              <a:rPr lang="es-MX" noProof="0" dirty="0"/>
            </a:br>
            <a:r>
              <a:rPr lang="es-MX" noProof="0" dirty="0"/>
              <a:t>Estilo de título del patrón 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6E55A0B9-F639-8643-9C4D-B93B8EE21A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es-MX" noProof="0" dirty="0"/>
              <a:t>Agregar un pie de página</a:t>
            </a:r>
          </a:p>
        </p:txBody>
      </p:sp>
      <p:sp>
        <p:nvSpPr>
          <p:cNvPr id="4" name="Marcador de posición de número de diapositiva 3">
            <a:extLst>
              <a:ext uri="{FF2B5EF4-FFF2-40B4-BE49-F238E27FC236}">
                <a16:creationId xmlns:a16="http://schemas.microsoft.com/office/drawing/2014/main" id="{D0C29282-8AC7-494D-9A8E-A26C7F69948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noProof="0" smtClean="0"/>
              <a:t>‹Nº›</a:t>
            </a:fld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4283110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415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ción con 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01AF1CF9-9F46-4541-8FF1-B9C53244EE1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9247" y="3633967"/>
            <a:ext cx="1912619" cy="15729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upo 22">
            <a:extLst>
              <a:ext uri="{FF2B5EF4-FFF2-40B4-BE49-F238E27FC236}">
                <a16:creationId xmlns:a16="http://schemas.microsoft.com/office/drawing/2014/main" id="{AB0E1BA4-80FE-4826-BA2F-083C3A5BB7F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6" name="Franja diagonal 25">
              <a:extLst>
                <a:ext uri="{FF2B5EF4-FFF2-40B4-BE49-F238E27FC236}">
                  <a16:creationId xmlns:a16="http://schemas.microsoft.com/office/drawing/2014/main" id="{0697993E-CD44-40B9-805C-77BC608618A7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DDBD869A-51AE-4AC9-A3E0-38E8C732B1E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Paralelogramo 29">
              <a:extLst>
                <a:ext uri="{FF2B5EF4-FFF2-40B4-BE49-F238E27FC236}">
                  <a16:creationId xmlns:a16="http://schemas.microsoft.com/office/drawing/2014/main" id="{DE18C3B6-28E6-4BBC-B634-F81DE5A9D13C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/>
            </a:p>
          </p:txBody>
        </p:sp>
      </p:grpSp>
      <p:sp>
        <p:nvSpPr>
          <p:cNvPr id="17" name="Marcador de texto 2">
            <a:extLst>
              <a:ext uri="{FF2B5EF4-FFF2-40B4-BE49-F238E27FC236}">
                <a16:creationId xmlns:a16="http://schemas.microsoft.com/office/drawing/2014/main" id="{B2E19FBD-2379-4B3B-910D-F51E007CB63F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20698" y="2104888"/>
            <a:ext cx="5475290" cy="781188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MX" noProof="0"/>
              <a:t>Haga clic para modificar los estilos de texto del patrón</a:t>
            </a:r>
          </a:p>
        </p:txBody>
      </p:sp>
      <p:sp>
        <p:nvSpPr>
          <p:cNvPr id="18" name="Marcador de contenido 3" title="Viñetas">
            <a:extLst>
              <a:ext uri="{FF2B5EF4-FFF2-40B4-BE49-F238E27FC236}">
                <a16:creationId xmlns:a16="http://schemas.microsoft.com/office/drawing/2014/main" id="{8715E757-6584-4841-8154-C92E70E0CD6B}"/>
              </a:ext>
            </a:extLst>
          </p:cNvPr>
          <p:cNvSpPr>
            <a:spLocks noGrp="1"/>
          </p:cNvSpPr>
          <p:nvPr userDrawn="1">
            <p:ph sz="half" idx="13"/>
          </p:nvPr>
        </p:nvSpPr>
        <p:spPr>
          <a:xfrm>
            <a:off x="520698" y="2886076"/>
            <a:ext cx="5475290" cy="3232149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IN" dirty="0">
                <a:solidFill>
                  <a:schemeClr val="tx1"/>
                </a:solidFill>
              </a:defRPr>
            </a:lvl5pPr>
          </a:lstStyle>
          <a:p>
            <a:pPr lvl="0" rtl="0">
              <a:buClr>
                <a:schemeClr val="accent2"/>
              </a:buClr>
            </a:pPr>
            <a:r>
              <a:rPr lang="es-MX" noProof="0"/>
              <a:t>Haga clic para modificar los estilos de texto del patrón</a:t>
            </a:r>
          </a:p>
          <a:p>
            <a:pPr lvl="1" rtl="0">
              <a:buClr>
                <a:schemeClr val="accent2"/>
              </a:buClr>
            </a:pPr>
            <a:r>
              <a:rPr lang="es-MX" noProof="0"/>
              <a:t>Segundo nivel</a:t>
            </a:r>
          </a:p>
          <a:p>
            <a:pPr lvl="2" rtl="0">
              <a:buClr>
                <a:schemeClr val="accent2"/>
              </a:buClr>
            </a:pPr>
            <a:r>
              <a:rPr lang="es-MX" noProof="0"/>
              <a:t>Tercer nivel</a:t>
            </a:r>
          </a:p>
          <a:p>
            <a:pPr lvl="3" rtl="0">
              <a:buClr>
                <a:schemeClr val="accent2"/>
              </a:buClr>
            </a:pPr>
            <a:r>
              <a:rPr lang="es-MX" noProof="0"/>
              <a:t>Cuarto nivel</a:t>
            </a:r>
          </a:p>
          <a:p>
            <a:pPr lvl="4" rtl="0">
              <a:buClr>
                <a:schemeClr val="accent2"/>
              </a:buClr>
            </a:pPr>
            <a:r>
              <a:rPr lang="es-MX" noProof="0"/>
              <a:t>Quinto nivel</a:t>
            </a:r>
            <a:endParaRPr lang="es-MX" noProof="0" dirty="0"/>
          </a:p>
        </p:txBody>
      </p:sp>
      <p:sp>
        <p:nvSpPr>
          <p:cNvPr id="19" name="Marcador de texto 4">
            <a:extLst>
              <a:ext uri="{FF2B5EF4-FFF2-40B4-BE49-F238E27FC236}">
                <a16:creationId xmlns:a16="http://schemas.microsoft.com/office/drawing/2014/main" id="{47CDC5A2-8836-4ED3-8E78-18C24853D882}"/>
              </a:ext>
            </a:extLst>
          </p:cNvPr>
          <p:cNvSpPr>
            <a:spLocks noGrp="1"/>
          </p:cNvSpPr>
          <p:nvPr userDrawn="1">
            <p:ph type="body" sz="quarter" idx="14"/>
          </p:nvPr>
        </p:nvSpPr>
        <p:spPr>
          <a:xfrm>
            <a:off x="6186713" y="2104888"/>
            <a:ext cx="5475600" cy="781188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28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MX" noProof="0"/>
              <a:t>Haga clic para modificar los estilos de texto del patrón</a:t>
            </a:r>
          </a:p>
        </p:txBody>
      </p:sp>
      <p:sp>
        <p:nvSpPr>
          <p:cNvPr id="20" name="Marcador de contenido 5" title="Viñetas">
            <a:extLst>
              <a:ext uri="{FF2B5EF4-FFF2-40B4-BE49-F238E27FC236}">
                <a16:creationId xmlns:a16="http://schemas.microsoft.com/office/drawing/2014/main" id="{D957FBD7-2C3C-4DD1-954F-DF1E007BE590}"/>
              </a:ext>
            </a:extLst>
          </p:cNvPr>
          <p:cNvSpPr>
            <a:spLocks noGrp="1"/>
          </p:cNvSpPr>
          <p:nvPr userDrawn="1">
            <p:ph sz="quarter" idx="15"/>
          </p:nvPr>
        </p:nvSpPr>
        <p:spPr>
          <a:xfrm>
            <a:off x="6186713" y="2886076"/>
            <a:ext cx="5475600" cy="3232149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IN" dirty="0">
                <a:solidFill>
                  <a:schemeClr val="tx1"/>
                </a:solidFill>
              </a:defRPr>
            </a:lvl5pPr>
          </a:lstStyle>
          <a:p>
            <a:pPr lvl="0" rtl="0">
              <a:buClr>
                <a:schemeClr val="accent2"/>
              </a:buClr>
            </a:pPr>
            <a:r>
              <a:rPr lang="es-MX" noProof="0"/>
              <a:t>Haga clic para modificar los estilos de texto del patrón</a:t>
            </a:r>
          </a:p>
          <a:p>
            <a:pPr lvl="1" rtl="0">
              <a:buClr>
                <a:schemeClr val="accent2"/>
              </a:buClr>
            </a:pPr>
            <a:r>
              <a:rPr lang="es-MX" noProof="0"/>
              <a:t>Segundo nivel</a:t>
            </a:r>
          </a:p>
          <a:p>
            <a:pPr lvl="2" rtl="0">
              <a:buClr>
                <a:schemeClr val="accent2"/>
              </a:buClr>
            </a:pPr>
            <a:r>
              <a:rPr lang="es-MX" noProof="0"/>
              <a:t>Tercer nivel</a:t>
            </a:r>
          </a:p>
          <a:p>
            <a:pPr lvl="3" rtl="0">
              <a:buClr>
                <a:schemeClr val="accent2"/>
              </a:buClr>
            </a:pPr>
            <a:r>
              <a:rPr lang="es-MX" noProof="0"/>
              <a:t>Cuarto nivel</a:t>
            </a:r>
          </a:p>
          <a:p>
            <a:pPr lvl="4" rtl="0">
              <a:buClr>
                <a:schemeClr val="accent2"/>
              </a:buClr>
            </a:pPr>
            <a:r>
              <a:rPr lang="es-MX" noProof="0"/>
              <a:t>Quinto nivel</a:t>
            </a:r>
            <a:endParaRPr lang="es-MX" noProof="0" dirty="0"/>
          </a:p>
        </p:txBody>
      </p:sp>
      <p:sp>
        <p:nvSpPr>
          <p:cNvPr id="24" name="Marcador de texto 4" title="Subtítulo">
            <a:extLst>
              <a:ext uri="{FF2B5EF4-FFF2-40B4-BE49-F238E27FC236}">
                <a16:creationId xmlns:a16="http://schemas.microsoft.com/office/drawing/2014/main" id="{77DB65FF-A89E-4562-8251-2BB63EFDD28E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520493" y="1376932"/>
            <a:ext cx="7368596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es-MX" noProof="0" dirty="0"/>
              <a:t>HAZ CLIC PARA EL ESTILO DE SUBTÍTULO</a:t>
            </a:r>
          </a:p>
        </p:txBody>
      </p:sp>
      <p:sp>
        <p:nvSpPr>
          <p:cNvPr id="25" name="Cuadro de texto 24">
            <a:extLst>
              <a:ext uri="{FF2B5EF4-FFF2-40B4-BE49-F238E27FC236}">
                <a16:creationId xmlns:a16="http://schemas.microsoft.com/office/drawing/2014/main" id="{F0BB4D3D-930C-4FF4-BB7C-2CB24208150C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MX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36" name="Paralelogramo 35">
            <a:extLst>
              <a:ext uri="{FF2B5EF4-FFF2-40B4-BE49-F238E27FC236}">
                <a16:creationId xmlns:a16="http://schemas.microsoft.com/office/drawing/2014/main" id="{4EBB76E7-943E-4038-B700-114F66FBC60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es-MX" noProof="0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03E79E9C-D961-6E47-A5C6-57689BAFF24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es-MX" noProof="0" dirty="0"/>
              <a:t>Agregar un pie de página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B08BE157-60F2-194D-8C13-4AE120FC9E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noProof="0" smtClean="0"/>
              <a:t>‹Nº›</a:t>
            </a:fld>
            <a:endParaRPr lang="es-MX" noProof="0" dirty="0"/>
          </a:p>
        </p:txBody>
      </p:sp>
      <p:sp>
        <p:nvSpPr>
          <p:cNvPr id="27" name="Título 1" title="Título ">
            <a:extLst>
              <a:ext uri="{FF2B5EF4-FFF2-40B4-BE49-F238E27FC236}">
                <a16:creationId xmlns:a16="http://schemas.microsoft.com/office/drawing/2014/main" id="{C3CC34F4-862A-42E7-B2FA-7B511CC2E879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editar el estilo del título del patrón </a:t>
            </a:r>
          </a:p>
        </p:txBody>
      </p:sp>
    </p:spTree>
    <p:extLst>
      <p:ext uri="{BB962C8B-B14F-4D97-AF65-F5344CB8AC3E}">
        <p14:creationId xmlns:p14="http://schemas.microsoft.com/office/powerpoint/2010/main" val="32565402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  <p15:guide id="4" pos="7423">
          <p15:clr>
            <a:srgbClr val="FBAE40"/>
          </p15:clr>
        </p15:guide>
        <p15:guide id="5" orient="horz" pos="777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adro de texto 15">
            <a:extLst>
              <a:ext uri="{FF2B5EF4-FFF2-40B4-BE49-F238E27FC236}">
                <a16:creationId xmlns:a16="http://schemas.microsoft.com/office/drawing/2014/main" id="{A4F49194-9068-41AA-B460-962319BF96A4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MX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5806E656-313A-47B1-B381-D004200F7A01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9" name="Franja diagonal 28">
              <a:extLst>
                <a:ext uri="{FF2B5EF4-FFF2-40B4-BE49-F238E27FC236}">
                  <a16:creationId xmlns:a16="http://schemas.microsoft.com/office/drawing/2014/main" id="{65F8E2DA-4BB4-4421-9172-A11AF38DFEF4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Conector recto 29">
              <a:extLst>
                <a:ext uri="{FF2B5EF4-FFF2-40B4-BE49-F238E27FC236}">
                  <a16:creationId xmlns:a16="http://schemas.microsoft.com/office/drawing/2014/main" id="{6EDB47F2-B6A7-40B4-8A2C-06719F75C08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Paralelogramo 30">
              <a:extLst>
                <a:ext uri="{FF2B5EF4-FFF2-40B4-BE49-F238E27FC236}">
                  <a16:creationId xmlns:a16="http://schemas.microsoft.com/office/drawing/2014/main" id="{B188E7A9-2351-4B68-98B8-10099CB39CD2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/>
            </a:p>
          </p:txBody>
        </p:sp>
      </p:grpSp>
      <p:sp>
        <p:nvSpPr>
          <p:cNvPr id="33" name="Paralelogramo 32">
            <a:extLst>
              <a:ext uri="{FF2B5EF4-FFF2-40B4-BE49-F238E27FC236}">
                <a16:creationId xmlns:a16="http://schemas.microsoft.com/office/drawing/2014/main" id="{F088C182-BF10-45B2-B159-7702E00D31D4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es-MX" noProof="0" dirty="0"/>
          </a:p>
        </p:txBody>
      </p:sp>
      <p:sp>
        <p:nvSpPr>
          <p:cNvPr id="34" name="Marcador de texto 4" title="Subtítulo">
            <a:extLst>
              <a:ext uri="{FF2B5EF4-FFF2-40B4-BE49-F238E27FC236}">
                <a16:creationId xmlns:a16="http://schemas.microsoft.com/office/drawing/2014/main" id="{FB561B16-2788-452A-B7AF-A482256DCD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493" y="1376932"/>
            <a:ext cx="7368596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es-MX" noProof="0" dirty="0"/>
              <a:t>HAZ CLIC PARA EL ESTILO DE SUBTÍTULO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D6990C03-1647-2044-B335-6F5F19E4E5F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es-MX" noProof="0" dirty="0"/>
              <a:t>Agregar un pie de página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F03A7CC-E6DC-1544-BE55-15EC1718B7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noProof="0" smtClean="0"/>
              <a:t>‹Nº›</a:t>
            </a:fld>
            <a:endParaRPr lang="es-MX" noProof="0" dirty="0"/>
          </a:p>
        </p:txBody>
      </p:sp>
      <p:sp>
        <p:nvSpPr>
          <p:cNvPr id="17" name="Título 1" title="Título ">
            <a:extLst>
              <a:ext uri="{FF2B5EF4-FFF2-40B4-BE49-F238E27FC236}">
                <a16:creationId xmlns:a16="http://schemas.microsoft.com/office/drawing/2014/main" id="{BDEC780E-6412-1344-A62E-6B84E9CCB6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editar el estilo del título del patrón 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C82AC85-33B6-2B49-8BF4-0841444437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1814" y="2005762"/>
            <a:ext cx="5225764" cy="4083888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MX" noProof="0" dirty="0"/>
              <a:t>Texto aquí.</a:t>
            </a:r>
          </a:p>
        </p:txBody>
      </p:sp>
      <p:sp>
        <p:nvSpPr>
          <p:cNvPr id="20" name="Marcador de posición de gráfico 2" title="Gráfico">
            <a:extLst>
              <a:ext uri="{FF2B5EF4-FFF2-40B4-BE49-F238E27FC236}">
                <a16:creationId xmlns:a16="http://schemas.microsoft.com/office/drawing/2014/main" id="{0EF0FD2A-B62A-4931-846D-2602DED26606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796114" y="2005762"/>
            <a:ext cx="5719397" cy="4084470"/>
          </a:xfrm>
          <a:prstGeom prst="rect">
            <a:avLst/>
          </a:prstGeom>
        </p:spPr>
        <p:txBody>
          <a:bodyPr vert="horz" lIns="91420" tIns="45710" rIns="91420" bIns="45710" rtlCol="0">
            <a:noAutofit/>
          </a:bodyPr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+mn-lt"/>
                <a:cs typeface="CiscoSans ExtraLight"/>
              </a:defRPr>
            </a:lvl1pPr>
          </a:lstStyle>
          <a:p>
            <a:pPr lvl="0" rtl="0"/>
            <a:r>
              <a:rPr lang="es-MX" noProof="0"/>
              <a:t>Haz clic en el icono para agregar un gráfico</a:t>
            </a:r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22004770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77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Marcador de posición de tabla 11" title="Tabla">
            <a:extLst>
              <a:ext uri="{FF2B5EF4-FFF2-40B4-BE49-F238E27FC236}">
                <a16:creationId xmlns:a16="http://schemas.microsoft.com/office/drawing/2014/main" id="{7CD3E31F-0AF8-4EB8-B6FA-BD95A2EDA63B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31378" y="2664803"/>
            <a:ext cx="10993375" cy="3433180"/>
          </a:xfrm>
          <a:prstGeom prst="rect">
            <a:avLst/>
          </a:prstGeom>
        </p:spPr>
        <p:txBody>
          <a:bodyPr lIns="91420" tIns="45710" rIns="91420" bIns="45710" rtlCol="0">
            <a:noAutofit/>
          </a:bodyPr>
          <a:lstStyle>
            <a:lvl1pPr marL="0" indent="0" algn="ctr"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es-MX" noProof="0"/>
              <a:t>Haz clic en el icono para agregar una tabla</a:t>
            </a:r>
            <a:endParaRPr lang="es-MX" noProof="0" dirty="0"/>
          </a:p>
        </p:txBody>
      </p:sp>
      <p:sp>
        <p:nvSpPr>
          <p:cNvPr id="16" name="Cuadro de texto 15">
            <a:extLst>
              <a:ext uri="{FF2B5EF4-FFF2-40B4-BE49-F238E27FC236}">
                <a16:creationId xmlns:a16="http://schemas.microsoft.com/office/drawing/2014/main" id="{B84020D1-D35E-497E-97F1-84A6EA9D048E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MX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36C8A74F-FDDF-48E8-AC2B-A5BD59D7D6A3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7" name="Franja diagonal 26">
              <a:extLst>
                <a:ext uri="{FF2B5EF4-FFF2-40B4-BE49-F238E27FC236}">
                  <a16:creationId xmlns:a16="http://schemas.microsoft.com/office/drawing/2014/main" id="{2D5247F3-E6EB-4003-B1FD-F6200F0738E5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E9B7D995-9FB8-4461-8AAA-FA8B9A145B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Paralelogramo 32">
              <a:extLst>
                <a:ext uri="{FF2B5EF4-FFF2-40B4-BE49-F238E27FC236}">
                  <a16:creationId xmlns:a16="http://schemas.microsoft.com/office/drawing/2014/main" id="{849B962F-68BC-4B89-B4D8-D862517534DF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/>
            </a:p>
          </p:txBody>
        </p:sp>
      </p:grpSp>
      <p:sp>
        <p:nvSpPr>
          <p:cNvPr id="36" name="Paralelogramo 35">
            <a:extLst>
              <a:ext uri="{FF2B5EF4-FFF2-40B4-BE49-F238E27FC236}">
                <a16:creationId xmlns:a16="http://schemas.microsoft.com/office/drawing/2014/main" id="{8006416B-866C-47E5-8480-109B40F9EAA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s-MX" noProof="0" dirty="0"/>
          </a:p>
        </p:txBody>
      </p:sp>
      <p:sp>
        <p:nvSpPr>
          <p:cNvPr id="37" name="Marcador de texto 4" title="Subtítulo">
            <a:extLst>
              <a:ext uri="{FF2B5EF4-FFF2-40B4-BE49-F238E27FC236}">
                <a16:creationId xmlns:a16="http://schemas.microsoft.com/office/drawing/2014/main" id="{FE79FAE9-2A8C-46BA-8738-44CBCF7294A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493" y="1376932"/>
            <a:ext cx="7368596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es-MX" noProof="0" dirty="0"/>
              <a:t>HAZ CLIC PARA EL ESTILO DE SUBTÍTULO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5750A33E-CEFE-4D43-9554-513B01B1D3D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es-MX" noProof="0" dirty="0"/>
              <a:t>Agregar un pie de página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A960C75-8FA7-5740-9388-2B5112B2C5B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noProof="0" smtClean="0"/>
              <a:t>‹Nº›</a:t>
            </a:fld>
            <a:endParaRPr lang="es-MX" noProof="0" dirty="0"/>
          </a:p>
        </p:txBody>
      </p:sp>
      <p:sp>
        <p:nvSpPr>
          <p:cNvPr id="17" name="Título 1" title="Título ">
            <a:extLst>
              <a:ext uri="{FF2B5EF4-FFF2-40B4-BE49-F238E27FC236}">
                <a16:creationId xmlns:a16="http://schemas.microsoft.com/office/drawing/2014/main" id="{0F525D04-A814-7A4D-9732-11097EA762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editar el estilo del título del patrón </a:t>
            </a:r>
          </a:p>
        </p:txBody>
      </p:sp>
    </p:spTree>
    <p:extLst>
      <p:ext uri="{BB962C8B-B14F-4D97-AF65-F5344CB8AC3E}">
        <p14:creationId xmlns:p14="http://schemas.microsoft.com/office/powerpoint/2010/main" val="3415060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77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grafía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iángulo rectángulo 3">
            <a:extLst>
              <a:ext uri="{FF2B5EF4-FFF2-40B4-BE49-F238E27FC236}">
                <a16:creationId xmlns:a16="http://schemas.microsoft.com/office/drawing/2014/main" id="{79ED029D-F488-47E5-B064-0E35B31D23A5}"/>
              </a:ext>
            </a:extLst>
          </p:cNvPr>
          <p:cNvSpPr/>
          <p:nvPr userDrawn="1"/>
        </p:nvSpPr>
        <p:spPr>
          <a:xfrm flipV="1">
            <a:off x="0" y="-5"/>
            <a:ext cx="11747500" cy="6299203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  <p:sp>
        <p:nvSpPr>
          <p:cNvPr id="5" name="Marcador de posición de imagen 31" title="Imagen">
            <a:extLst>
              <a:ext uri="{FF2B5EF4-FFF2-40B4-BE49-F238E27FC236}">
                <a16:creationId xmlns:a16="http://schemas.microsoft.com/office/drawing/2014/main" id="{D683190A-95C6-428D-AEE4-FC8350C3246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59229" y="326570"/>
            <a:ext cx="11473542" cy="6204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lIns="0" tIns="0" rtlCol="0" anchor="ctr"/>
          <a:lstStyle>
            <a:lvl1pPr marL="0" indent="0" algn="ctr"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es-MX" noProof="0" dirty="0"/>
              <a:t>Inserta o arrastra y coloca la imagen aquí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F78F4957-6DDE-40CE-9D33-00B1434FA08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5344886"/>
            <a:ext cx="2362200" cy="124097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ítulo 1" title="Título ">
            <a:extLst>
              <a:ext uri="{FF2B5EF4-FFF2-40B4-BE49-F238E27FC236}">
                <a16:creationId xmlns:a16="http://schemas.microsoft.com/office/drawing/2014/main" id="{D9A8085F-72C4-4DFB-813E-C5666B0CC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229" y="558802"/>
            <a:ext cx="8333222" cy="939798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lIns="288000" rtlCol="0" anchor="ctr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rtl="0"/>
            <a:r>
              <a:rPr lang="es-MX" noProof="0" dirty="0"/>
              <a:t>Agregar descripción aquí</a:t>
            </a:r>
          </a:p>
        </p:txBody>
      </p:sp>
    </p:spTree>
    <p:extLst>
      <p:ext uri="{BB962C8B-B14F-4D97-AF65-F5344CB8AC3E}">
        <p14:creationId xmlns:p14="http://schemas.microsoft.com/office/powerpoint/2010/main" val="42375767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ci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3">
            <a:extLst>
              <a:ext uri="{FF2B5EF4-FFF2-40B4-BE49-F238E27FC236}">
                <a16:creationId xmlns:a16="http://schemas.microsoft.com/office/drawing/2014/main" id="{A488AB73-8058-4FB5-9619-FCECCA9F394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22929" y="3461163"/>
            <a:ext cx="3445782" cy="28800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>
                <a:latin typeface="+mn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es-MX" noProof="0" dirty="0"/>
              <a:t>Nombre</a:t>
            </a:r>
          </a:p>
        </p:txBody>
      </p:sp>
      <p:sp>
        <p:nvSpPr>
          <p:cNvPr id="10" name="Marcador de texto 4">
            <a:extLst>
              <a:ext uri="{FF2B5EF4-FFF2-40B4-BE49-F238E27FC236}">
                <a16:creationId xmlns:a16="http://schemas.microsoft.com/office/drawing/2014/main" id="{359BE165-3EB5-4C11-8B53-6E98C0BC2E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822929" y="3839451"/>
            <a:ext cx="3445782" cy="28800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>
                <a:latin typeface="+mn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es-MX" noProof="0" dirty="0"/>
              <a:t>Número de teléfono</a:t>
            </a:r>
          </a:p>
        </p:txBody>
      </p:sp>
      <p:sp>
        <p:nvSpPr>
          <p:cNvPr id="11" name="Marcador de texto 5">
            <a:extLst>
              <a:ext uri="{FF2B5EF4-FFF2-40B4-BE49-F238E27FC236}">
                <a16:creationId xmlns:a16="http://schemas.microsoft.com/office/drawing/2014/main" id="{79D05293-35AD-495F-A7AE-942398090B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22928" y="4216669"/>
            <a:ext cx="3445783" cy="28907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>
                <a:latin typeface="+mn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es-MX" noProof="0" dirty="0"/>
              <a:t>Correo </a:t>
            </a:r>
          </a:p>
        </p:txBody>
      </p:sp>
      <p:sp>
        <p:nvSpPr>
          <p:cNvPr id="13" name="Marcador de texto 21">
            <a:extLst>
              <a:ext uri="{FF2B5EF4-FFF2-40B4-BE49-F238E27FC236}">
                <a16:creationId xmlns:a16="http://schemas.microsoft.com/office/drawing/2014/main" id="{997A03F2-8D8A-4425-9F56-66DB33CE11A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822929" y="4594957"/>
            <a:ext cx="3445782" cy="28800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>
                <a:latin typeface="+mn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es-MX" noProof="0" dirty="0"/>
              <a:t>Sitio web de la compañía</a:t>
            </a:r>
          </a:p>
        </p:txBody>
      </p:sp>
      <p:sp>
        <p:nvSpPr>
          <p:cNvPr id="14" name="Forma 4157">
            <a:extLst>
              <a:ext uri="{FF2B5EF4-FFF2-40B4-BE49-F238E27FC236}">
                <a16:creationId xmlns:a16="http://schemas.microsoft.com/office/drawing/2014/main" id="{A30A8F28-98F4-425F-A750-78192A157DF4}"/>
              </a:ext>
            </a:extLst>
          </p:cNvPr>
          <p:cNvSpPr/>
          <p:nvPr userDrawn="1"/>
        </p:nvSpPr>
        <p:spPr>
          <a:xfrm>
            <a:off x="6458938" y="3505247"/>
            <a:ext cx="258875" cy="2588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958" y="17505"/>
                </a:moveTo>
                <a:cubicBezTo>
                  <a:pt x="17372" y="16944"/>
                  <a:pt x="16242" y="15945"/>
                  <a:pt x="15117" y="15413"/>
                </a:cubicBezTo>
                <a:cubicBezTo>
                  <a:pt x="14189" y="14975"/>
                  <a:pt x="13657" y="14531"/>
                  <a:pt x="13491" y="14057"/>
                </a:cubicBezTo>
                <a:cubicBezTo>
                  <a:pt x="13377" y="13728"/>
                  <a:pt x="13428" y="13351"/>
                  <a:pt x="13649" y="12904"/>
                </a:cubicBezTo>
                <a:cubicBezTo>
                  <a:pt x="13815" y="12567"/>
                  <a:pt x="13972" y="12286"/>
                  <a:pt x="14117" y="12028"/>
                </a:cubicBezTo>
                <a:cubicBezTo>
                  <a:pt x="14730" y="10934"/>
                  <a:pt x="15203" y="10145"/>
                  <a:pt x="15203" y="7348"/>
                </a:cubicBezTo>
                <a:cubicBezTo>
                  <a:pt x="15203" y="3162"/>
                  <a:pt x="12787" y="2951"/>
                  <a:pt x="12309" y="2951"/>
                </a:cubicBezTo>
                <a:cubicBezTo>
                  <a:pt x="11917" y="2951"/>
                  <a:pt x="11672" y="3037"/>
                  <a:pt x="11435" y="3121"/>
                </a:cubicBezTo>
                <a:cubicBezTo>
                  <a:pt x="11175" y="3213"/>
                  <a:pt x="10907" y="3309"/>
                  <a:pt x="10296" y="3319"/>
                </a:cubicBezTo>
                <a:cubicBezTo>
                  <a:pt x="9190" y="3337"/>
                  <a:pt x="6873" y="3375"/>
                  <a:pt x="6873" y="7226"/>
                </a:cubicBezTo>
                <a:cubicBezTo>
                  <a:pt x="6873" y="9919"/>
                  <a:pt x="7574" y="11156"/>
                  <a:pt x="8125" y="12150"/>
                </a:cubicBezTo>
                <a:cubicBezTo>
                  <a:pt x="8266" y="12404"/>
                  <a:pt x="8399" y="12645"/>
                  <a:pt x="8505" y="12885"/>
                </a:cubicBezTo>
                <a:cubicBezTo>
                  <a:pt x="8973" y="13949"/>
                  <a:pt x="8631" y="14693"/>
                  <a:pt x="7426" y="15224"/>
                </a:cubicBezTo>
                <a:cubicBezTo>
                  <a:pt x="5905" y="15897"/>
                  <a:pt x="5188" y="16247"/>
                  <a:pt x="3693" y="17562"/>
                </a:cubicBezTo>
                <a:cubicBezTo>
                  <a:pt x="2017" y="15800"/>
                  <a:pt x="982" y="134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3395"/>
                  <a:pt x="19603" y="15749"/>
                  <a:pt x="17958" y="17505"/>
                </a:cubicBezTo>
                <a:moveTo>
                  <a:pt x="10800" y="20618"/>
                </a:moveTo>
                <a:cubicBezTo>
                  <a:pt x="8356" y="20618"/>
                  <a:pt x="6125" y="19720"/>
                  <a:pt x="4407" y="18242"/>
                </a:cubicBezTo>
                <a:cubicBezTo>
                  <a:pt x="5730" y="17084"/>
                  <a:pt x="6362" y="16767"/>
                  <a:pt x="7823" y="16122"/>
                </a:cubicBezTo>
                <a:cubicBezTo>
                  <a:pt x="9515" y="15375"/>
                  <a:pt x="10091" y="14051"/>
                  <a:pt x="9403" y="12489"/>
                </a:cubicBezTo>
                <a:cubicBezTo>
                  <a:pt x="9279" y="12208"/>
                  <a:pt x="9136" y="11949"/>
                  <a:pt x="8984" y="11674"/>
                </a:cubicBezTo>
                <a:cubicBezTo>
                  <a:pt x="8461" y="10732"/>
                  <a:pt x="7855" y="9665"/>
                  <a:pt x="7855" y="7226"/>
                </a:cubicBezTo>
                <a:cubicBezTo>
                  <a:pt x="7855" y="4341"/>
                  <a:pt x="9224" y="4318"/>
                  <a:pt x="10312" y="4300"/>
                </a:cubicBezTo>
                <a:cubicBezTo>
                  <a:pt x="11084" y="4287"/>
                  <a:pt x="11461" y="4154"/>
                  <a:pt x="11763" y="4047"/>
                </a:cubicBezTo>
                <a:cubicBezTo>
                  <a:pt x="11964" y="3975"/>
                  <a:pt x="12086" y="3933"/>
                  <a:pt x="12309" y="3933"/>
                </a:cubicBezTo>
                <a:cubicBezTo>
                  <a:pt x="13218" y="3933"/>
                  <a:pt x="14221" y="4830"/>
                  <a:pt x="14221" y="7348"/>
                </a:cubicBezTo>
                <a:cubicBezTo>
                  <a:pt x="14221" y="9888"/>
                  <a:pt x="13840" y="10513"/>
                  <a:pt x="13261" y="11548"/>
                </a:cubicBezTo>
                <a:cubicBezTo>
                  <a:pt x="13108" y="11820"/>
                  <a:pt x="12943" y="12115"/>
                  <a:pt x="12768" y="12470"/>
                </a:cubicBezTo>
                <a:cubicBezTo>
                  <a:pt x="12430" y="13155"/>
                  <a:pt x="12362" y="13798"/>
                  <a:pt x="12565" y="14380"/>
                </a:cubicBezTo>
                <a:cubicBezTo>
                  <a:pt x="12825" y="15126"/>
                  <a:pt x="13502" y="15737"/>
                  <a:pt x="14696" y="16302"/>
                </a:cubicBezTo>
                <a:cubicBezTo>
                  <a:pt x="15675" y="16764"/>
                  <a:pt x="16700" y="17667"/>
                  <a:pt x="17251" y="18189"/>
                </a:cubicBezTo>
                <a:cubicBezTo>
                  <a:pt x="15525" y="19697"/>
                  <a:pt x="13272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4"/>
                  <a:pt x="4835" y="21600"/>
                  <a:pt x="10800" y="21600"/>
                </a:cubicBezTo>
                <a:cubicBezTo>
                  <a:pt x="16765" y="21600"/>
                  <a:pt x="21600" y="16764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rtlCol="0" anchor="ctr"/>
          <a:lstStyle/>
          <a:p>
            <a:pPr algn="ctr" defTabSz="457200" rtl="0">
              <a:lnSpc>
                <a:spcPct val="100000"/>
              </a:lnSpc>
              <a:defRPr sz="3000" spc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 SemiBold"/>
                <a:ea typeface="Gill Sans SemiBold"/>
                <a:cs typeface="Gill Sans SemiBold"/>
                <a:sym typeface="Gill Sans SemiBold"/>
              </a:defRPr>
            </a:pPr>
            <a:endParaRPr lang="es-MX" noProof="0" dirty="0"/>
          </a:p>
        </p:txBody>
      </p:sp>
      <p:sp>
        <p:nvSpPr>
          <p:cNvPr id="15" name="Forma 4186">
            <a:extLst>
              <a:ext uri="{FF2B5EF4-FFF2-40B4-BE49-F238E27FC236}">
                <a16:creationId xmlns:a16="http://schemas.microsoft.com/office/drawing/2014/main" id="{2F84D399-8148-4E86-A1E4-BE7D1D81383A}"/>
              </a:ext>
            </a:extLst>
          </p:cNvPr>
          <p:cNvSpPr/>
          <p:nvPr userDrawn="1"/>
        </p:nvSpPr>
        <p:spPr>
          <a:xfrm>
            <a:off x="6507622" y="3897986"/>
            <a:ext cx="161507" cy="296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700" y="1473"/>
                </a:moveTo>
                <a:lnTo>
                  <a:pt x="9900" y="1473"/>
                </a:lnTo>
                <a:cubicBezTo>
                  <a:pt x="9403" y="1473"/>
                  <a:pt x="9000" y="1692"/>
                  <a:pt x="9000" y="1964"/>
                </a:cubicBezTo>
                <a:cubicBezTo>
                  <a:pt x="9000" y="2235"/>
                  <a:pt x="9403" y="2455"/>
                  <a:pt x="9900" y="2455"/>
                </a:cubicBezTo>
                <a:lnTo>
                  <a:pt x="11700" y="2455"/>
                </a:lnTo>
                <a:cubicBezTo>
                  <a:pt x="12197" y="2455"/>
                  <a:pt x="12600" y="2235"/>
                  <a:pt x="12600" y="1964"/>
                </a:cubicBezTo>
                <a:cubicBezTo>
                  <a:pt x="12600" y="1692"/>
                  <a:pt x="12197" y="1473"/>
                  <a:pt x="11700" y="1473"/>
                </a:cubicBezTo>
                <a:moveTo>
                  <a:pt x="19800" y="2945"/>
                </a:moveTo>
                <a:lnTo>
                  <a:pt x="1800" y="2945"/>
                </a:lnTo>
                <a:lnTo>
                  <a:pt x="1800" y="1964"/>
                </a:lnTo>
                <a:cubicBezTo>
                  <a:pt x="1800" y="1422"/>
                  <a:pt x="2605" y="982"/>
                  <a:pt x="3600" y="982"/>
                </a:cubicBezTo>
                <a:lnTo>
                  <a:pt x="18000" y="982"/>
                </a:lnTo>
                <a:cubicBezTo>
                  <a:pt x="18993" y="982"/>
                  <a:pt x="19800" y="1422"/>
                  <a:pt x="19800" y="1964"/>
                </a:cubicBezTo>
                <a:cubicBezTo>
                  <a:pt x="19800" y="1964"/>
                  <a:pt x="19800" y="2945"/>
                  <a:pt x="19800" y="2945"/>
                </a:cubicBezTo>
                <a:close/>
                <a:moveTo>
                  <a:pt x="19800" y="17673"/>
                </a:moveTo>
                <a:lnTo>
                  <a:pt x="1800" y="17673"/>
                </a:lnTo>
                <a:lnTo>
                  <a:pt x="1800" y="3927"/>
                </a:lnTo>
                <a:lnTo>
                  <a:pt x="19800" y="3927"/>
                </a:lnTo>
                <a:cubicBezTo>
                  <a:pt x="19800" y="3927"/>
                  <a:pt x="19800" y="17673"/>
                  <a:pt x="19800" y="17673"/>
                </a:cubicBezTo>
                <a:close/>
                <a:moveTo>
                  <a:pt x="19800" y="19636"/>
                </a:moveTo>
                <a:cubicBezTo>
                  <a:pt x="19800" y="20179"/>
                  <a:pt x="18993" y="20618"/>
                  <a:pt x="18000" y="20618"/>
                </a:cubicBezTo>
                <a:lnTo>
                  <a:pt x="3600" y="20618"/>
                </a:lnTo>
                <a:cubicBezTo>
                  <a:pt x="2605" y="20618"/>
                  <a:pt x="1800" y="20179"/>
                  <a:pt x="1800" y="19636"/>
                </a:cubicBezTo>
                <a:lnTo>
                  <a:pt x="1800" y="18655"/>
                </a:lnTo>
                <a:lnTo>
                  <a:pt x="19800" y="18655"/>
                </a:lnTo>
                <a:cubicBezTo>
                  <a:pt x="19800" y="18655"/>
                  <a:pt x="19800" y="19636"/>
                  <a:pt x="19800" y="19636"/>
                </a:cubicBezTo>
                <a:close/>
                <a:moveTo>
                  <a:pt x="18000" y="0"/>
                </a:moveTo>
                <a:lnTo>
                  <a:pt x="3600" y="0"/>
                </a:lnTo>
                <a:cubicBezTo>
                  <a:pt x="1612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1612" y="21600"/>
                  <a:pt x="3600" y="21600"/>
                </a:cubicBezTo>
                <a:lnTo>
                  <a:pt x="18000" y="21600"/>
                </a:lnTo>
                <a:cubicBezTo>
                  <a:pt x="19988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19988" y="0"/>
                  <a:pt x="18000" y="0"/>
                </a:cubicBezTo>
                <a:moveTo>
                  <a:pt x="10800" y="20127"/>
                </a:moveTo>
                <a:cubicBezTo>
                  <a:pt x="11297" y="20127"/>
                  <a:pt x="11700" y="19908"/>
                  <a:pt x="11700" y="19636"/>
                </a:cubicBezTo>
                <a:cubicBezTo>
                  <a:pt x="11700" y="19366"/>
                  <a:pt x="11297" y="19145"/>
                  <a:pt x="10800" y="19145"/>
                </a:cubicBezTo>
                <a:cubicBezTo>
                  <a:pt x="10303" y="19145"/>
                  <a:pt x="9900" y="19366"/>
                  <a:pt x="9900" y="19636"/>
                </a:cubicBezTo>
                <a:cubicBezTo>
                  <a:pt x="9900" y="19908"/>
                  <a:pt x="10303" y="20127"/>
                  <a:pt x="10800" y="20127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rtlCol="0" anchor="ctr"/>
          <a:lstStyle/>
          <a:p>
            <a:pPr algn="ctr" defTabSz="457200" rtl="0">
              <a:lnSpc>
                <a:spcPct val="100000"/>
              </a:lnSpc>
              <a:defRPr sz="3000" spc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 SemiBold"/>
                <a:ea typeface="Gill Sans SemiBold"/>
                <a:cs typeface="Gill Sans SemiBold"/>
                <a:sym typeface="Gill Sans SemiBold"/>
              </a:defRPr>
            </a:pPr>
            <a:endParaRPr lang="es-MX" noProof="0" dirty="0"/>
          </a:p>
        </p:txBody>
      </p:sp>
      <p:sp>
        <p:nvSpPr>
          <p:cNvPr id="19" name="Forma 4379">
            <a:extLst>
              <a:ext uri="{FF2B5EF4-FFF2-40B4-BE49-F238E27FC236}">
                <a16:creationId xmlns:a16="http://schemas.microsoft.com/office/drawing/2014/main" id="{E4408FF8-E342-42F8-BBE9-1220822B5E99}"/>
              </a:ext>
            </a:extLst>
          </p:cNvPr>
          <p:cNvSpPr/>
          <p:nvPr userDrawn="1"/>
        </p:nvSpPr>
        <p:spPr>
          <a:xfrm>
            <a:off x="6458938" y="4327945"/>
            <a:ext cx="258875" cy="1882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8900"/>
                </a:moveTo>
                <a:cubicBezTo>
                  <a:pt x="20618" y="18980"/>
                  <a:pt x="20611" y="19058"/>
                  <a:pt x="20601" y="19135"/>
                </a:cubicBezTo>
                <a:lnTo>
                  <a:pt x="14539" y="10800"/>
                </a:lnTo>
                <a:lnTo>
                  <a:pt x="20601" y="2465"/>
                </a:lnTo>
                <a:cubicBezTo>
                  <a:pt x="20611" y="2542"/>
                  <a:pt x="20618" y="2620"/>
                  <a:pt x="20618" y="2700"/>
                </a:cubicBezTo>
                <a:cubicBezTo>
                  <a:pt x="20618" y="2700"/>
                  <a:pt x="20618" y="18900"/>
                  <a:pt x="20618" y="18900"/>
                </a:cubicBezTo>
                <a:close/>
                <a:moveTo>
                  <a:pt x="19636" y="20250"/>
                </a:moveTo>
                <a:lnTo>
                  <a:pt x="1964" y="20250"/>
                </a:lnTo>
                <a:cubicBezTo>
                  <a:pt x="1849" y="20250"/>
                  <a:pt x="1739" y="20218"/>
                  <a:pt x="1637" y="20168"/>
                </a:cubicBezTo>
                <a:lnTo>
                  <a:pt x="7755" y="11754"/>
                </a:lnTo>
                <a:lnTo>
                  <a:pt x="9440" y="14072"/>
                </a:lnTo>
                <a:cubicBezTo>
                  <a:pt x="9816" y="14589"/>
                  <a:pt x="10308" y="14847"/>
                  <a:pt x="10800" y="14847"/>
                </a:cubicBezTo>
                <a:cubicBezTo>
                  <a:pt x="11292" y="14847"/>
                  <a:pt x="11784" y="14589"/>
                  <a:pt x="12159" y="14072"/>
                </a:cubicBezTo>
                <a:lnTo>
                  <a:pt x="13845" y="11754"/>
                </a:lnTo>
                <a:lnTo>
                  <a:pt x="19964" y="20168"/>
                </a:lnTo>
                <a:cubicBezTo>
                  <a:pt x="19861" y="20218"/>
                  <a:pt x="19752" y="20250"/>
                  <a:pt x="19636" y="20250"/>
                </a:cubicBezTo>
                <a:moveTo>
                  <a:pt x="982" y="18900"/>
                </a:moveTo>
                <a:lnTo>
                  <a:pt x="982" y="2700"/>
                </a:lnTo>
                <a:cubicBezTo>
                  <a:pt x="982" y="2620"/>
                  <a:pt x="989" y="2542"/>
                  <a:pt x="999" y="2465"/>
                </a:cubicBezTo>
                <a:lnTo>
                  <a:pt x="7061" y="10800"/>
                </a:lnTo>
                <a:lnTo>
                  <a:pt x="999" y="19135"/>
                </a:lnTo>
                <a:cubicBezTo>
                  <a:pt x="989" y="19058"/>
                  <a:pt x="982" y="18980"/>
                  <a:pt x="982" y="18900"/>
                </a:cubicBezTo>
                <a:moveTo>
                  <a:pt x="1964" y="1350"/>
                </a:moveTo>
                <a:lnTo>
                  <a:pt x="19636" y="1350"/>
                </a:lnTo>
                <a:cubicBezTo>
                  <a:pt x="19752" y="1350"/>
                  <a:pt x="19861" y="1382"/>
                  <a:pt x="19964" y="1433"/>
                </a:cubicBezTo>
                <a:lnTo>
                  <a:pt x="11465" y="13118"/>
                </a:lnTo>
                <a:cubicBezTo>
                  <a:pt x="11288" y="13362"/>
                  <a:pt x="11051" y="13497"/>
                  <a:pt x="10800" y="13497"/>
                </a:cubicBezTo>
                <a:cubicBezTo>
                  <a:pt x="10549" y="13497"/>
                  <a:pt x="10312" y="13362"/>
                  <a:pt x="10134" y="13118"/>
                </a:cubicBezTo>
                <a:lnTo>
                  <a:pt x="1637" y="1433"/>
                </a:lnTo>
                <a:cubicBezTo>
                  <a:pt x="1739" y="1382"/>
                  <a:pt x="1849" y="1350"/>
                  <a:pt x="1964" y="1350"/>
                </a:cubicBezTo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209"/>
                  <a:pt x="0" y="2700"/>
                </a:cubicBezTo>
                <a:lnTo>
                  <a:pt x="0" y="18900"/>
                </a:lnTo>
                <a:cubicBezTo>
                  <a:pt x="0" y="2039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391"/>
                  <a:pt x="21600" y="18900"/>
                </a:cubicBezTo>
                <a:lnTo>
                  <a:pt x="21600" y="2700"/>
                </a:lnTo>
                <a:cubicBezTo>
                  <a:pt x="21600" y="1209"/>
                  <a:pt x="20721" y="0"/>
                  <a:pt x="19636" y="0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rtlCol="0" anchor="ctr"/>
          <a:lstStyle/>
          <a:p>
            <a:pPr algn="ctr" defTabSz="457200" rtl="0">
              <a:lnSpc>
                <a:spcPct val="100000"/>
              </a:lnSpc>
              <a:defRPr sz="3000" spc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 SemiBold"/>
                <a:ea typeface="Gill Sans SemiBold"/>
                <a:cs typeface="Gill Sans SemiBold"/>
                <a:sym typeface="Gill Sans SemiBold"/>
              </a:defRPr>
            </a:pPr>
            <a:endParaRPr lang="es-MX" noProof="0" dirty="0"/>
          </a:p>
        </p:txBody>
      </p:sp>
      <p:sp>
        <p:nvSpPr>
          <p:cNvPr id="20" name="Forma 4487">
            <a:extLst>
              <a:ext uri="{FF2B5EF4-FFF2-40B4-BE49-F238E27FC236}">
                <a16:creationId xmlns:a16="http://schemas.microsoft.com/office/drawing/2014/main" id="{11D27456-C005-4109-9E74-0B692200A0B3}"/>
              </a:ext>
            </a:extLst>
          </p:cNvPr>
          <p:cNvSpPr/>
          <p:nvPr userDrawn="1"/>
        </p:nvSpPr>
        <p:spPr>
          <a:xfrm>
            <a:off x="6471716" y="4650082"/>
            <a:ext cx="233318" cy="2333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850" y="17620"/>
                </a:moveTo>
                <a:cubicBezTo>
                  <a:pt x="17270" y="17122"/>
                  <a:pt x="16604" y="16682"/>
                  <a:pt x="15855" y="16324"/>
                </a:cubicBezTo>
                <a:cubicBezTo>
                  <a:pt x="15868" y="16284"/>
                  <a:pt x="15882" y="16244"/>
                  <a:pt x="15896" y="16203"/>
                </a:cubicBezTo>
                <a:cubicBezTo>
                  <a:pt x="16131" y="15456"/>
                  <a:pt x="16320" y="14656"/>
                  <a:pt x="16454" y="13811"/>
                </a:cubicBezTo>
                <a:cubicBezTo>
                  <a:pt x="16471" y="13704"/>
                  <a:pt x="16484" y="13596"/>
                  <a:pt x="16499" y="13488"/>
                </a:cubicBezTo>
                <a:cubicBezTo>
                  <a:pt x="16544" y="13166"/>
                  <a:pt x="16581" y="12839"/>
                  <a:pt x="16610" y="12507"/>
                </a:cubicBezTo>
                <a:cubicBezTo>
                  <a:pt x="16621" y="12383"/>
                  <a:pt x="16632" y="12260"/>
                  <a:pt x="16641" y="12135"/>
                </a:cubicBezTo>
                <a:cubicBezTo>
                  <a:pt x="16660" y="11858"/>
                  <a:pt x="16664" y="11574"/>
                  <a:pt x="16673" y="11291"/>
                </a:cubicBezTo>
                <a:lnTo>
                  <a:pt x="20598" y="11291"/>
                </a:lnTo>
                <a:cubicBezTo>
                  <a:pt x="20476" y="13747"/>
                  <a:pt x="19450" y="15962"/>
                  <a:pt x="17850" y="17620"/>
                </a:cubicBezTo>
                <a:moveTo>
                  <a:pt x="13714" y="20178"/>
                </a:moveTo>
                <a:cubicBezTo>
                  <a:pt x="13925" y="19957"/>
                  <a:pt x="14127" y="19710"/>
                  <a:pt x="14321" y="19444"/>
                </a:cubicBezTo>
                <a:cubicBezTo>
                  <a:pt x="14339" y="19419"/>
                  <a:pt x="14357" y="19394"/>
                  <a:pt x="14375" y="19369"/>
                </a:cubicBezTo>
                <a:cubicBezTo>
                  <a:pt x="14764" y="18822"/>
                  <a:pt x="15116" y="18192"/>
                  <a:pt x="15420" y="17488"/>
                </a:cubicBezTo>
                <a:cubicBezTo>
                  <a:pt x="15436" y="17450"/>
                  <a:pt x="15451" y="17410"/>
                  <a:pt x="15467" y="17372"/>
                </a:cubicBezTo>
                <a:cubicBezTo>
                  <a:pt x="15485" y="17329"/>
                  <a:pt x="15499" y="17282"/>
                  <a:pt x="15517" y="17239"/>
                </a:cubicBezTo>
                <a:cubicBezTo>
                  <a:pt x="16123" y="17535"/>
                  <a:pt x="16665" y="17890"/>
                  <a:pt x="17142" y="18285"/>
                </a:cubicBezTo>
                <a:cubicBezTo>
                  <a:pt x="16149" y="19129"/>
                  <a:pt x="14989" y="19782"/>
                  <a:pt x="13714" y="20178"/>
                </a:cubicBezTo>
                <a:moveTo>
                  <a:pt x="11291" y="20569"/>
                </a:moveTo>
                <a:lnTo>
                  <a:pt x="11291" y="16221"/>
                </a:lnTo>
                <a:cubicBezTo>
                  <a:pt x="12498" y="16271"/>
                  <a:pt x="13638" y="16493"/>
                  <a:pt x="14652" y="16869"/>
                </a:cubicBezTo>
                <a:cubicBezTo>
                  <a:pt x="13850" y="18909"/>
                  <a:pt x="12654" y="20298"/>
                  <a:pt x="11291" y="20569"/>
                </a:cubicBezTo>
                <a:moveTo>
                  <a:pt x="11291" y="11291"/>
                </a:moveTo>
                <a:lnTo>
                  <a:pt x="15697" y="11291"/>
                </a:lnTo>
                <a:cubicBezTo>
                  <a:pt x="15655" y="12995"/>
                  <a:pt x="15392" y="14581"/>
                  <a:pt x="14971" y="15948"/>
                </a:cubicBezTo>
                <a:cubicBezTo>
                  <a:pt x="13855" y="15534"/>
                  <a:pt x="12608" y="15291"/>
                  <a:pt x="11291" y="15240"/>
                </a:cubicBezTo>
                <a:cubicBezTo>
                  <a:pt x="11291" y="15240"/>
                  <a:pt x="11291" y="11291"/>
                  <a:pt x="11291" y="11291"/>
                </a:cubicBezTo>
                <a:close/>
                <a:moveTo>
                  <a:pt x="11291" y="6360"/>
                </a:moveTo>
                <a:cubicBezTo>
                  <a:pt x="12608" y="6309"/>
                  <a:pt x="13855" y="6066"/>
                  <a:pt x="14971" y="5652"/>
                </a:cubicBezTo>
                <a:cubicBezTo>
                  <a:pt x="15392" y="7019"/>
                  <a:pt x="15655" y="8605"/>
                  <a:pt x="15697" y="10309"/>
                </a:cubicBezTo>
                <a:lnTo>
                  <a:pt x="11291" y="10309"/>
                </a:lnTo>
                <a:cubicBezTo>
                  <a:pt x="11291" y="10309"/>
                  <a:pt x="11291" y="6360"/>
                  <a:pt x="11291" y="6360"/>
                </a:cubicBezTo>
                <a:close/>
                <a:moveTo>
                  <a:pt x="11291" y="1031"/>
                </a:moveTo>
                <a:cubicBezTo>
                  <a:pt x="12654" y="1302"/>
                  <a:pt x="13850" y="2691"/>
                  <a:pt x="14652" y="4731"/>
                </a:cubicBezTo>
                <a:cubicBezTo>
                  <a:pt x="13638" y="5107"/>
                  <a:pt x="12498" y="5329"/>
                  <a:pt x="11291" y="5379"/>
                </a:cubicBezTo>
                <a:cubicBezTo>
                  <a:pt x="11291" y="5379"/>
                  <a:pt x="11291" y="1031"/>
                  <a:pt x="11291" y="1031"/>
                </a:cubicBezTo>
                <a:close/>
                <a:moveTo>
                  <a:pt x="17142" y="3315"/>
                </a:moveTo>
                <a:cubicBezTo>
                  <a:pt x="16665" y="3711"/>
                  <a:pt x="16123" y="4065"/>
                  <a:pt x="15517" y="4361"/>
                </a:cubicBezTo>
                <a:cubicBezTo>
                  <a:pt x="15499" y="4318"/>
                  <a:pt x="15485" y="4271"/>
                  <a:pt x="15467" y="4229"/>
                </a:cubicBezTo>
                <a:cubicBezTo>
                  <a:pt x="15451" y="4190"/>
                  <a:pt x="15436" y="4151"/>
                  <a:pt x="15420" y="4112"/>
                </a:cubicBezTo>
                <a:cubicBezTo>
                  <a:pt x="15116" y="3408"/>
                  <a:pt x="14764" y="2778"/>
                  <a:pt x="14375" y="2231"/>
                </a:cubicBezTo>
                <a:cubicBezTo>
                  <a:pt x="14357" y="2206"/>
                  <a:pt x="14339" y="2181"/>
                  <a:pt x="14321" y="2156"/>
                </a:cubicBezTo>
                <a:cubicBezTo>
                  <a:pt x="14127" y="1890"/>
                  <a:pt x="13925" y="1643"/>
                  <a:pt x="13714" y="1422"/>
                </a:cubicBezTo>
                <a:cubicBezTo>
                  <a:pt x="14989" y="1818"/>
                  <a:pt x="16149" y="2471"/>
                  <a:pt x="17142" y="3315"/>
                </a:cubicBezTo>
                <a:moveTo>
                  <a:pt x="20598" y="10309"/>
                </a:moveTo>
                <a:lnTo>
                  <a:pt x="16673" y="10309"/>
                </a:lnTo>
                <a:cubicBezTo>
                  <a:pt x="16664" y="10027"/>
                  <a:pt x="16660" y="9742"/>
                  <a:pt x="16641" y="9465"/>
                </a:cubicBezTo>
                <a:cubicBezTo>
                  <a:pt x="16632" y="9340"/>
                  <a:pt x="16621" y="9217"/>
                  <a:pt x="16610" y="9093"/>
                </a:cubicBezTo>
                <a:cubicBezTo>
                  <a:pt x="16581" y="8761"/>
                  <a:pt x="16544" y="8434"/>
                  <a:pt x="16499" y="8112"/>
                </a:cubicBezTo>
                <a:cubicBezTo>
                  <a:pt x="16484" y="8005"/>
                  <a:pt x="16471" y="7896"/>
                  <a:pt x="16454" y="7789"/>
                </a:cubicBezTo>
                <a:cubicBezTo>
                  <a:pt x="16320" y="6944"/>
                  <a:pt x="16131" y="6144"/>
                  <a:pt x="15896" y="5397"/>
                </a:cubicBezTo>
                <a:cubicBezTo>
                  <a:pt x="15882" y="5357"/>
                  <a:pt x="15868" y="5317"/>
                  <a:pt x="15855" y="5276"/>
                </a:cubicBezTo>
                <a:cubicBezTo>
                  <a:pt x="16604" y="4918"/>
                  <a:pt x="17270" y="4478"/>
                  <a:pt x="17850" y="3981"/>
                </a:cubicBezTo>
                <a:cubicBezTo>
                  <a:pt x="19450" y="5638"/>
                  <a:pt x="20476" y="7853"/>
                  <a:pt x="20598" y="10309"/>
                </a:cubicBezTo>
                <a:moveTo>
                  <a:pt x="10309" y="5379"/>
                </a:moveTo>
                <a:cubicBezTo>
                  <a:pt x="9101" y="5329"/>
                  <a:pt x="7961" y="5107"/>
                  <a:pt x="6947" y="4731"/>
                </a:cubicBezTo>
                <a:cubicBezTo>
                  <a:pt x="7749" y="2691"/>
                  <a:pt x="8945" y="1302"/>
                  <a:pt x="10309" y="1031"/>
                </a:cubicBezTo>
                <a:cubicBezTo>
                  <a:pt x="10309" y="1031"/>
                  <a:pt x="10309" y="5379"/>
                  <a:pt x="10309" y="5379"/>
                </a:cubicBezTo>
                <a:close/>
                <a:moveTo>
                  <a:pt x="10309" y="10309"/>
                </a:moveTo>
                <a:lnTo>
                  <a:pt x="5903" y="10309"/>
                </a:lnTo>
                <a:cubicBezTo>
                  <a:pt x="5945" y="8605"/>
                  <a:pt x="6207" y="7019"/>
                  <a:pt x="6629" y="5652"/>
                </a:cubicBezTo>
                <a:cubicBezTo>
                  <a:pt x="7745" y="6066"/>
                  <a:pt x="8991" y="6309"/>
                  <a:pt x="10309" y="6360"/>
                </a:cubicBezTo>
                <a:cubicBezTo>
                  <a:pt x="10309" y="6360"/>
                  <a:pt x="10309" y="10309"/>
                  <a:pt x="10309" y="10309"/>
                </a:cubicBezTo>
                <a:close/>
                <a:moveTo>
                  <a:pt x="10309" y="15240"/>
                </a:moveTo>
                <a:cubicBezTo>
                  <a:pt x="8991" y="15291"/>
                  <a:pt x="7745" y="15534"/>
                  <a:pt x="6629" y="15948"/>
                </a:cubicBezTo>
                <a:cubicBezTo>
                  <a:pt x="6207" y="14581"/>
                  <a:pt x="5945" y="12995"/>
                  <a:pt x="5903" y="11291"/>
                </a:cubicBezTo>
                <a:lnTo>
                  <a:pt x="10309" y="11291"/>
                </a:lnTo>
                <a:cubicBezTo>
                  <a:pt x="10309" y="11291"/>
                  <a:pt x="10309" y="15240"/>
                  <a:pt x="10309" y="15240"/>
                </a:cubicBezTo>
                <a:close/>
                <a:moveTo>
                  <a:pt x="10309" y="20569"/>
                </a:moveTo>
                <a:cubicBezTo>
                  <a:pt x="8945" y="20298"/>
                  <a:pt x="7749" y="18909"/>
                  <a:pt x="6947" y="16869"/>
                </a:cubicBezTo>
                <a:cubicBezTo>
                  <a:pt x="7961" y="16493"/>
                  <a:pt x="9101" y="16271"/>
                  <a:pt x="10309" y="16221"/>
                </a:cubicBezTo>
                <a:cubicBezTo>
                  <a:pt x="10309" y="16221"/>
                  <a:pt x="10309" y="20569"/>
                  <a:pt x="10309" y="20569"/>
                </a:cubicBezTo>
                <a:close/>
                <a:moveTo>
                  <a:pt x="4458" y="18285"/>
                </a:moveTo>
                <a:cubicBezTo>
                  <a:pt x="4934" y="17890"/>
                  <a:pt x="5476" y="17535"/>
                  <a:pt x="6083" y="17239"/>
                </a:cubicBezTo>
                <a:cubicBezTo>
                  <a:pt x="6100" y="17282"/>
                  <a:pt x="6115" y="17329"/>
                  <a:pt x="6132" y="17372"/>
                </a:cubicBezTo>
                <a:cubicBezTo>
                  <a:pt x="6149" y="17410"/>
                  <a:pt x="6163" y="17450"/>
                  <a:pt x="6180" y="17488"/>
                </a:cubicBezTo>
                <a:cubicBezTo>
                  <a:pt x="6484" y="18192"/>
                  <a:pt x="6835" y="18822"/>
                  <a:pt x="7224" y="19369"/>
                </a:cubicBezTo>
                <a:cubicBezTo>
                  <a:pt x="7242" y="19394"/>
                  <a:pt x="7261" y="19419"/>
                  <a:pt x="7279" y="19444"/>
                </a:cubicBezTo>
                <a:cubicBezTo>
                  <a:pt x="7472" y="19710"/>
                  <a:pt x="7674" y="19957"/>
                  <a:pt x="7886" y="20178"/>
                </a:cubicBezTo>
                <a:cubicBezTo>
                  <a:pt x="6610" y="19782"/>
                  <a:pt x="5451" y="19129"/>
                  <a:pt x="4458" y="18285"/>
                </a:cubicBezTo>
                <a:moveTo>
                  <a:pt x="1002" y="11291"/>
                </a:moveTo>
                <a:lnTo>
                  <a:pt x="4927" y="11291"/>
                </a:lnTo>
                <a:cubicBezTo>
                  <a:pt x="4935" y="11574"/>
                  <a:pt x="4940" y="11858"/>
                  <a:pt x="4958" y="12135"/>
                </a:cubicBezTo>
                <a:cubicBezTo>
                  <a:pt x="4967" y="12260"/>
                  <a:pt x="4979" y="12383"/>
                  <a:pt x="4989" y="12507"/>
                </a:cubicBezTo>
                <a:cubicBezTo>
                  <a:pt x="5018" y="12839"/>
                  <a:pt x="5055" y="13166"/>
                  <a:pt x="5100" y="13488"/>
                </a:cubicBezTo>
                <a:cubicBezTo>
                  <a:pt x="5116" y="13596"/>
                  <a:pt x="5129" y="13704"/>
                  <a:pt x="5146" y="13811"/>
                </a:cubicBezTo>
                <a:cubicBezTo>
                  <a:pt x="5280" y="14656"/>
                  <a:pt x="5468" y="15456"/>
                  <a:pt x="5704" y="16203"/>
                </a:cubicBezTo>
                <a:cubicBezTo>
                  <a:pt x="5718" y="16244"/>
                  <a:pt x="5731" y="16284"/>
                  <a:pt x="5744" y="16324"/>
                </a:cubicBezTo>
                <a:cubicBezTo>
                  <a:pt x="4996" y="16682"/>
                  <a:pt x="4330" y="17122"/>
                  <a:pt x="3749" y="17620"/>
                </a:cubicBezTo>
                <a:cubicBezTo>
                  <a:pt x="2150" y="15962"/>
                  <a:pt x="1123" y="13747"/>
                  <a:pt x="1002" y="11291"/>
                </a:cubicBezTo>
                <a:moveTo>
                  <a:pt x="3749" y="3981"/>
                </a:moveTo>
                <a:cubicBezTo>
                  <a:pt x="4330" y="4478"/>
                  <a:pt x="4996" y="4918"/>
                  <a:pt x="5744" y="5276"/>
                </a:cubicBezTo>
                <a:cubicBezTo>
                  <a:pt x="5731" y="5317"/>
                  <a:pt x="5718" y="5357"/>
                  <a:pt x="5704" y="5397"/>
                </a:cubicBezTo>
                <a:cubicBezTo>
                  <a:pt x="5469" y="6144"/>
                  <a:pt x="5280" y="6944"/>
                  <a:pt x="5146" y="7789"/>
                </a:cubicBezTo>
                <a:cubicBezTo>
                  <a:pt x="5129" y="7896"/>
                  <a:pt x="5116" y="8005"/>
                  <a:pt x="5100" y="8112"/>
                </a:cubicBezTo>
                <a:cubicBezTo>
                  <a:pt x="5055" y="8434"/>
                  <a:pt x="5018" y="8761"/>
                  <a:pt x="4989" y="9093"/>
                </a:cubicBezTo>
                <a:cubicBezTo>
                  <a:pt x="4979" y="9217"/>
                  <a:pt x="4967" y="9340"/>
                  <a:pt x="4958" y="9465"/>
                </a:cubicBezTo>
                <a:cubicBezTo>
                  <a:pt x="4940" y="9742"/>
                  <a:pt x="4935" y="10027"/>
                  <a:pt x="4927" y="10309"/>
                </a:cubicBezTo>
                <a:lnTo>
                  <a:pt x="1002" y="10309"/>
                </a:lnTo>
                <a:cubicBezTo>
                  <a:pt x="1123" y="7853"/>
                  <a:pt x="2150" y="5638"/>
                  <a:pt x="3749" y="3981"/>
                </a:cubicBezTo>
                <a:moveTo>
                  <a:pt x="7886" y="1422"/>
                </a:moveTo>
                <a:cubicBezTo>
                  <a:pt x="7674" y="1643"/>
                  <a:pt x="7472" y="1890"/>
                  <a:pt x="7279" y="2156"/>
                </a:cubicBezTo>
                <a:cubicBezTo>
                  <a:pt x="7261" y="2181"/>
                  <a:pt x="7242" y="2206"/>
                  <a:pt x="7224" y="2231"/>
                </a:cubicBezTo>
                <a:cubicBezTo>
                  <a:pt x="6835" y="2778"/>
                  <a:pt x="6484" y="3408"/>
                  <a:pt x="6180" y="4112"/>
                </a:cubicBezTo>
                <a:cubicBezTo>
                  <a:pt x="6163" y="4151"/>
                  <a:pt x="6149" y="4190"/>
                  <a:pt x="6132" y="4229"/>
                </a:cubicBezTo>
                <a:cubicBezTo>
                  <a:pt x="6115" y="4271"/>
                  <a:pt x="6100" y="4318"/>
                  <a:pt x="6083" y="4361"/>
                </a:cubicBezTo>
                <a:cubicBezTo>
                  <a:pt x="5476" y="4065"/>
                  <a:pt x="4934" y="3711"/>
                  <a:pt x="4458" y="3315"/>
                </a:cubicBezTo>
                <a:cubicBezTo>
                  <a:pt x="5451" y="2471"/>
                  <a:pt x="6610" y="1818"/>
                  <a:pt x="7886" y="1422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rtlCol="0" anchor="ctr"/>
          <a:lstStyle/>
          <a:p>
            <a:pPr algn="ctr" defTabSz="457200" rtl="0">
              <a:lnSpc>
                <a:spcPct val="100000"/>
              </a:lnSpc>
              <a:defRPr sz="3000" spc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 SemiBold"/>
                <a:ea typeface="Gill Sans SemiBold"/>
                <a:cs typeface="Gill Sans SemiBold"/>
                <a:sym typeface="Gill Sans SemiBold"/>
              </a:defRPr>
            </a:pPr>
            <a:endParaRPr lang="es-MX" noProof="0" dirty="0"/>
          </a:p>
        </p:txBody>
      </p:sp>
      <p:sp>
        <p:nvSpPr>
          <p:cNvPr id="21" name="Triángulo rectángulo 20">
            <a:extLst>
              <a:ext uri="{FF2B5EF4-FFF2-40B4-BE49-F238E27FC236}">
                <a16:creationId xmlns:a16="http://schemas.microsoft.com/office/drawing/2014/main" id="{FDDD2B84-3CB9-4567-8C91-C538E8A1C89F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34EF3020-1476-41B1-9FE7-B476A25C53D3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B1B64EC3-B232-415D-8E27-EB3E24D13922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2261CE2F-F199-4242-AC6C-692676B81FF1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Marcador de posición de imagen 24">
            <a:extLst>
              <a:ext uri="{FF2B5EF4-FFF2-40B4-BE49-F238E27FC236}">
                <a16:creationId xmlns:a16="http://schemas.microsoft.com/office/drawing/2014/main" id="{89C0506D-0CA6-4583-9D04-24E7F4D16AD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683398" y="860944"/>
            <a:ext cx="4428523" cy="5137089"/>
          </a:xfrm>
          <a:custGeom>
            <a:avLst/>
            <a:gdLst>
              <a:gd name="connsiteX0" fmla="*/ 2214261 w 4428523"/>
              <a:gd name="connsiteY0" fmla="*/ 0 h 5137089"/>
              <a:gd name="connsiteX1" fmla="*/ 4428523 w 4428523"/>
              <a:gd name="connsiteY1" fmla="*/ 1107131 h 5137089"/>
              <a:gd name="connsiteX2" fmla="*/ 4428523 w 4428523"/>
              <a:gd name="connsiteY2" fmla="*/ 4029957 h 5137089"/>
              <a:gd name="connsiteX3" fmla="*/ 2214261 w 4428523"/>
              <a:gd name="connsiteY3" fmla="*/ 5137089 h 5137089"/>
              <a:gd name="connsiteX4" fmla="*/ 0 w 4428523"/>
              <a:gd name="connsiteY4" fmla="*/ 4029957 h 5137089"/>
              <a:gd name="connsiteX5" fmla="*/ 0 w 4428523"/>
              <a:gd name="connsiteY5" fmla="*/ 1107131 h 5137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8523" h="5137089">
                <a:moveTo>
                  <a:pt x="2214261" y="0"/>
                </a:moveTo>
                <a:lnTo>
                  <a:pt x="4428523" y="1107131"/>
                </a:lnTo>
                <a:lnTo>
                  <a:pt x="4428523" y="4029957"/>
                </a:lnTo>
                <a:lnTo>
                  <a:pt x="2214261" y="5137089"/>
                </a:lnTo>
                <a:lnTo>
                  <a:pt x="0" y="4029957"/>
                </a:lnTo>
                <a:lnTo>
                  <a:pt x="0" y="1107131"/>
                </a:ln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MX" noProof="0"/>
              <a:t>Haz clic en el icono para agregar una imagen</a:t>
            </a:r>
            <a:endParaRPr lang="es-MX" noProof="0" dirty="0"/>
          </a:p>
        </p:txBody>
      </p:sp>
      <p:sp>
        <p:nvSpPr>
          <p:cNvPr id="2" name="Título 1" title="Título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75721" y="1821022"/>
            <a:ext cx="4853573" cy="1616252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algn="l"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modificar el estilo de 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3839051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537">
          <p15:clr>
            <a:srgbClr val="FBAE40"/>
          </p15:clr>
        </p15:guide>
        <p15:guide id="3" pos="138">
          <p15:clr>
            <a:srgbClr val="FBAE40"/>
          </p15:clr>
        </p15:guide>
        <p15:guide id="4" orient="horz" pos="4178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2457">
          <p15:clr>
            <a:srgbClr val="FBAE40"/>
          </p15:clr>
        </p15:guide>
        <p15:guide id="7" pos="438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ángulo rectángulo 10">
            <a:extLst>
              <a:ext uri="{FF2B5EF4-FFF2-40B4-BE49-F238E27FC236}">
                <a16:creationId xmlns:a16="http://schemas.microsoft.com/office/drawing/2014/main" id="{037924D2-2AB4-4BE1-9687-836615C72DFC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A93BC534-BFA1-4292-899F-03AC711BF7C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EBEE4DB5-5DEF-4DDB-9764-FD834B9DCAE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 title="Título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75721" y="2006084"/>
            <a:ext cx="4853573" cy="1616252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algn="l"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modificar el estilo de título del patrón</a:t>
            </a:r>
          </a:p>
        </p:txBody>
      </p:sp>
      <p:sp>
        <p:nvSpPr>
          <p:cNvPr id="3" name="Subtítulo 2" title="Subtítulo">
            <a:extLst>
              <a:ext uri="{FF2B5EF4-FFF2-40B4-BE49-F238E27FC236}">
                <a16:creationId xmlns:a16="http://schemas.microsoft.com/office/drawing/2014/main" id="{06317687-D49E-41F7-A330-C78C728F0D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75214" y="3640998"/>
            <a:ext cx="4854339" cy="1257574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sz="2400" b="0" i="0" spc="300">
                <a:solidFill>
                  <a:schemeClr val="accent6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MX" noProof="0" dirty="0"/>
              <a:t>HAZ CLIC PARA EDITAR EL ESTILO DE SUBTÍTULO DEL PATRÓN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62849C0-AA0D-4E1A-B4B6-E6A5917AC0A5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45617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537">
          <p15:clr>
            <a:srgbClr val="FBAE40"/>
          </p15:clr>
        </p15:guide>
        <p15:guide id="3" pos="138">
          <p15:clr>
            <a:srgbClr val="FBAE40"/>
          </p15:clr>
        </p15:guide>
        <p15:guide id="4" orient="horz" pos="4178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2457">
          <p15:clr>
            <a:srgbClr val="FBAE40"/>
          </p15:clr>
        </p15:guide>
        <p15:guide id="7" pos="438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riángulo rectángulo 18">
            <a:extLst>
              <a:ext uri="{FF2B5EF4-FFF2-40B4-BE49-F238E27FC236}">
                <a16:creationId xmlns:a16="http://schemas.microsoft.com/office/drawing/2014/main" id="{71D0E8AA-902F-440D-9C55-2A391C22396A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  <p:sp>
        <p:nvSpPr>
          <p:cNvPr id="17" name="Paralelogramo 16">
            <a:extLst>
              <a:ext uri="{FF2B5EF4-FFF2-40B4-BE49-F238E27FC236}">
                <a16:creationId xmlns:a16="http://schemas.microsoft.com/office/drawing/2014/main" id="{7D937721-835D-4D84-94A3-6C79D4639514}"/>
              </a:ext>
            </a:extLst>
          </p:cNvPr>
          <p:cNvSpPr/>
          <p:nvPr userDrawn="1"/>
        </p:nvSpPr>
        <p:spPr>
          <a:xfrm rot="19958790">
            <a:off x="-637324" y="3588176"/>
            <a:ext cx="3860162" cy="1746952"/>
          </a:xfrm>
          <a:prstGeom prst="parallelogram">
            <a:avLst>
              <a:gd name="adj" fmla="val 5321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732BB30B-8262-4715-998F-AAF6A81ADFD3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10090"/>
            <a:ext cx="1785257" cy="9075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ítulo 1" title="Título">
            <a:extLst>
              <a:ext uri="{FF2B5EF4-FFF2-40B4-BE49-F238E27FC236}">
                <a16:creationId xmlns:a16="http://schemas.microsoft.com/office/drawing/2014/main" id="{4D7EF399-DAA5-44EC-B712-79C755FE8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842" y="1987420"/>
            <a:ext cx="4911633" cy="1789855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000" b="1">
                <a:solidFill>
                  <a:schemeClr val="accent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es-MX" noProof="0" dirty="0"/>
              <a:t>Haz clic para modificar el estilo de título del patrón</a:t>
            </a:r>
          </a:p>
        </p:txBody>
      </p:sp>
      <p:sp>
        <p:nvSpPr>
          <p:cNvPr id="101" name="Marcador de texto 2" title="Subtítulo">
            <a:extLst>
              <a:ext uri="{FF2B5EF4-FFF2-40B4-BE49-F238E27FC236}">
                <a16:creationId xmlns:a16="http://schemas.microsoft.com/office/drawing/2014/main" id="{26D13BFA-61B0-402F-8611-02D3DFDBEB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283842" y="3792046"/>
            <a:ext cx="4911633" cy="910580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sz="2000" b="0" i="0" spc="300">
                <a:solidFill>
                  <a:schemeClr val="accent6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MX" noProof="0" dirty="0"/>
              <a:t>EDITAR ESTILOS DE TEXTO DEL PATRÓN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DA0A0C24-D997-4E78-951F-AFB51C70EFC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Paralelogramo 24">
            <a:extLst>
              <a:ext uri="{FF2B5EF4-FFF2-40B4-BE49-F238E27FC236}">
                <a16:creationId xmlns:a16="http://schemas.microsoft.com/office/drawing/2014/main" id="{E123A0CF-50D6-46EC-8BF6-43E38AFCD588}"/>
              </a:ext>
            </a:extLst>
          </p:cNvPr>
          <p:cNvSpPr/>
          <p:nvPr userDrawn="1"/>
        </p:nvSpPr>
        <p:spPr>
          <a:xfrm>
            <a:off x="7754112" y="0"/>
            <a:ext cx="2258568" cy="742819"/>
          </a:xfrm>
          <a:prstGeom prst="parallelogram">
            <a:avLst>
              <a:gd name="adj" fmla="val 19585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s-MX" noProof="0" dirty="0"/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2B2F1D2E-B631-4CB1-9448-2B50F8C4631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408562"/>
            <a:ext cx="6595353" cy="34031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5CF69447-82AD-475F-A3AE-3D7FF61DBFE2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5266944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aralelogramo 23">
            <a:extLst>
              <a:ext uri="{FF2B5EF4-FFF2-40B4-BE49-F238E27FC236}">
                <a16:creationId xmlns:a16="http://schemas.microsoft.com/office/drawing/2014/main" id="{FC8C82F3-94EE-4B4F-A01D-993A41BC00B1}"/>
              </a:ext>
            </a:extLst>
          </p:cNvPr>
          <p:cNvSpPr/>
          <p:nvPr userDrawn="1"/>
        </p:nvSpPr>
        <p:spPr>
          <a:xfrm rot="19958790">
            <a:off x="-139035" y="3407045"/>
            <a:ext cx="1438399" cy="236580"/>
          </a:xfrm>
          <a:prstGeom prst="parallelogram">
            <a:avLst>
              <a:gd name="adj" fmla="val 53218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100786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  <p15:guide id="3" pos="143">
          <p15:clr>
            <a:srgbClr val="FBAE40"/>
          </p15:clr>
        </p15:guide>
        <p15:guide id="4" orient="horz" pos="4170">
          <p15:clr>
            <a:srgbClr val="FBAE40"/>
          </p15:clr>
        </p15:guide>
        <p15:guide id="5" pos="7537">
          <p15:clr>
            <a:srgbClr val="FBAE40"/>
          </p15:clr>
        </p15:guide>
        <p15:guide id="6" orient="horz" pos="14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01AF1CF9-9F46-4541-8FF1-B9C53244EE1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9247" y="3633967"/>
            <a:ext cx="1912619" cy="15729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upo 22">
            <a:extLst>
              <a:ext uri="{FF2B5EF4-FFF2-40B4-BE49-F238E27FC236}">
                <a16:creationId xmlns:a16="http://schemas.microsoft.com/office/drawing/2014/main" id="{AB0E1BA4-80FE-4826-BA2F-083C3A5BB7F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6" name="Franja diagonal 25">
              <a:extLst>
                <a:ext uri="{FF2B5EF4-FFF2-40B4-BE49-F238E27FC236}">
                  <a16:creationId xmlns:a16="http://schemas.microsoft.com/office/drawing/2014/main" id="{0697993E-CD44-40B9-805C-77BC608618A7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DDBD869A-51AE-4AC9-A3E0-38E8C732B1E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Paralelogramo 29">
              <a:extLst>
                <a:ext uri="{FF2B5EF4-FFF2-40B4-BE49-F238E27FC236}">
                  <a16:creationId xmlns:a16="http://schemas.microsoft.com/office/drawing/2014/main" id="{DE18C3B6-28E6-4BBC-B634-F81DE5A9D13C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/>
            </a:p>
          </p:txBody>
        </p:sp>
      </p:grpSp>
      <p:sp>
        <p:nvSpPr>
          <p:cNvPr id="25" name="Cuadro de texto 24">
            <a:extLst>
              <a:ext uri="{FF2B5EF4-FFF2-40B4-BE49-F238E27FC236}">
                <a16:creationId xmlns:a16="http://schemas.microsoft.com/office/drawing/2014/main" id="{F0BB4D3D-930C-4FF4-BB7C-2CB24208150C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MX" sz="3400" b="1" noProof="0" dirty="0">
                <a:solidFill>
                  <a:schemeClr val="accent6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36" name="Paralelogramo 35">
            <a:extLst>
              <a:ext uri="{FF2B5EF4-FFF2-40B4-BE49-F238E27FC236}">
                <a16:creationId xmlns:a16="http://schemas.microsoft.com/office/drawing/2014/main" id="{4EBB76E7-943E-4038-B700-114F66FBC60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es-MX" noProof="0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03E79E9C-D961-6E47-A5C6-57689BAFF24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es-MX" noProof="0" dirty="0"/>
              <a:t>Agregar un pie de página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B08BE157-60F2-194D-8C13-4AE120FC9E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noProof="0" smtClean="0"/>
              <a:t>‹Nº›</a:t>
            </a:fld>
            <a:endParaRPr lang="es-MX" noProof="0" dirty="0"/>
          </a:p>
        </p:txBody>
      </p:sp>
      <p:sp>
        <p:nvSpPr>
          <p:cNvPr id="27" name="Título 1" title="Título ">
            <a:extLst>
              <a:ext uri="{FF2B5EF4-FFF2-40B4-BE49-F238E27FC236}">
                <a16:creationId xmlns:a16="http://schemas.microsoft.com/office/drawing/2014/main" id="{C3CC34F4-862A-42E7-B2FA-7B511CC2E8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editar el estilo del título del patrón 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1FAE0C34-9220-45F0-9FC2-9FE7C994E7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78" y="1671924"/>
            <a:ext cx="10835122" cy="4505039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MX" noProof="0"/>
              <a:t>Haga clic para modificar los estilos de texto del patrón</a:t>
            </a:r>
          </a:p>
          <a:p>
            <a:pPr lvl="1" rtl="0"/>
            <a:r>
              <a:rPr lang="es-MX" noProof="0"/>
              <a:t>Segundo nivel</a:t>
            </a:r>
          </a:p>
          <a:p>
            <a:pPr lvl="2" rtl="0"/>
            <a:r>
              <a:rPr lang="es-MX" noProof="0"/>
              <a:t>Tercer nivel</a:t>
            </a:r>
          </a:p>
          <a:p>
            <a:pPr lvl="3" rtl="0"/>
            <a:r>
              <a:rPr lang="es-MX" noProof="0"/>
              <a:t>Cuarto nivel</a:t>
            </a:r>
          </a:p>
          <a:p>
            <a:pPr lvl="4" rtl="0"/>
            <a:r>
              <a:rPr lang="es-MX" noProof="0"/>
              <a:t>Quinto nivel</a:t>
            </a:r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25434304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  <p15:guide id="4" pos="7423">
          <p15:clr>
            <a:srgbClr val="FBAE40"/>
          </p15:clr>
        </p15:guide>
        <p15:guide id="5" orient="horz" pos="777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01AF1CF9-9F46-4541-8FF1-B9C53244EE1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9247" y="3633967"/>
            <a:ext cx="1912619" cy="15729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upo 22">
            <a:extLst>
              <a:ext uri="{FF2B5EF4-FFF2-40B4-BE49-F238E27FC236}">
                <a16:creationId xmlns:a16="http://schemas.microsoft.com/office/drawing/2014/main" id="{AB0E1BA4-80FE-4826-BA2F-083C3A5BB7F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6" name="Franja diagonal 25">
              <a:extLst>
                <a:ext uri="{FF2B5EF4-FFF2-40B4-BE49-F238E27FC236}">
                  <a16:creationId xmlns:a16="http://schemas.microsoft.com/office/drawing/2014/main" id="{0697993E-CD44-40B9-805C-77BC608618A7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DDBD869A-51AE-4AC9-A3E0-38E8C732B1E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Paralelogramo 29">
              <a:extLst>
                <a:ext uri="{FF2B5EF4-FFF2-40B4-BE49-F238E27FC236}">
                  <a16:creationId xmlns:a16="http://schemas.microsoft.com/office/drawing/2014/main" id="{DE18C3B6-28E6-4BBC-B634-F81DE5A9D13C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/>
            </a:p>
          </p:txBody>
        </p:sp>
      </p:grpSp>
      <p:sp>
        <p:nvSpPr>
          <p:cNvPr id="25" name="Cuadro de texto 24">
            <a:extLst>
              <a:ext uri="{FF2B5EF4-FFF2-40B4-BE49-F238E27FC236}">
                <a16:creationId xmlns:a16="http://schemas.microsoft.com/office/drawing/2014/main" id="{F0BB4D3D-930C-4FF4-BB7C-2CB24208150C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MX" sz="3400" b="1" noProof="0" dirty="0">
                <a:solidFill>
                  <a:schemeClr val="accent6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36" name="Paralelogramo 35">
            <a:extLst>
              <a:ext uri="{FF2B5EF4-FFF2-40B4-BE49-F238E27FC236}">
                <a16:creationId xmlns:a16="http://schemas.microsoft.com/office/drawing/2014/main" id="{4EBB76E7-943E-4038-B700-114F66FBC60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es-MX" noProof="0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03E79E9C-D961-6E47-A5C6-57689BAFF24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es-MX" noProof="0" dirty="0"/>
              <a:t>Agregar un pie de página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B08BE157-60F2-194D-8C13-4AE120FC9E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noProof="0" smtClean="0"/>
              <a:t>‹Nº›</a:t>
            </a:fld>
            <a:endParaRPr lang="es-MX" noProof="0" dirty="0"/>
          </a:p>
        </p:txBody>
      </p:sp>
      <p:sp>
        <p:nvSpPr>
          <p:cNvPr id="27" name="Título 1" title="Título ">
            <a:extLst>
              <a:ext uri="{FF2B5EF4-FFF2-40B4-BE49-F238E27FC236}">
                <a16:creationId xmlns:a16="http://schemas.microsoft.com/office/drawing/2014/main" id="{C3CC34F4-862A-42E7-B2FA-7B511CC2E8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editar el estilo del título del patrón </a:t>
            </a: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217F9213-0142-420B-A84D-C5627A0C81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9687" y="1651044"/>
            <a:ext cx="5181600" cy="4525919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MX" noProof="0"/>
              <a:t>Haga clic para modificar los estilos de texto del patrón</a:t>
            </a:r>
          </a:p>
          <a:p>
            <a:pPr lvl="1" rtl="0"/>
            <a:r>
              <a:rPr lang="es-MX" noProof="0"/>
              <a:t>Segundo nivel</a:t>
            </a:r>
          </a:p>
          <a:p>
            <a:pPr lvl="2" rtl="0"/>
            <a:r>
              <a:rPr lang="es-MX" noProof="0"/>
              <a:t>Tercer nivel</a:t>
            </a:r>
          </a:p>
          <a:p>
            <a:pPr lvl="3" rtl="0"/>
            <a:r>
              <a:rPr lang="es-MX" noProof="0"/>
              <a:t>Cuarto nivel</a:t>
            </a:r>
          </a:p>
          <a:p>
            <a:pPr lvl="4" rtl="0"/>
            <a:r>
              <a:rPr lang="es-MX" noProof="0"/>
              <a:t>Quinto nivel</a:t>
            </a:r>
            <a:endParaRPr lang="es-MX" noProof="0" dirty="0"/>
          </a:p>
        </p:txBody>
      </p:sp>
      <p:sp>
        <p:nvSpPr>
          <p:cNvPr id="15" name="Marcador de posición de contenido 3">
            <a:extLst>
              <a:ext uri="{FF2B5EF4-FFF2-40B4-BE49-F238E27FC236}">
                <a16:creationId xmlns:a16="http://schemas.microsoft.com/office/drawing/2014/main" id="{8014328B-D576-4B5C-A4AE-CF9831892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51044"/>
            <a:ext cx="5181600" cy="4525919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MX" noProof="0"/>
              <a:t>Haga clic para modificar los estilos de texto del patrón</a:t>
            </a:r>
          </a:p>
          <a:p>
            <a:pPr lvl="1" rtl="0"/>
            <a:r>
              <a:rPr lang="es-MX" noProof="0"/>
              <a:t>Segundo nivel</a:t>
            </a:r>
          </a:p>
          <a:p>
            <a:pPr lvl="2" rtl="0"/>
            <a:r>
              <a:rPr lang="es-MX" noProof="0"/>
              <a:t>Tercer nivel</a:t>
            </a:r>
          </a:p>
          <a:p>
            <a:pPr lvl="3" rtl="0"/>
            <a:r>
              <a:rPr lang="es-MX" noProof="0"/>
              <a:t>Cuarto nivel</a:t>
            </a:r>
          </a:p>
          <a:p>
            <a:pPr lvl="4" rtl="0"/>
            <a:r>
              <a:rPr lang="es-MX" noProof="0"/>
              <a:t>Quinto nivel</a:t>
            </a:r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1284813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  <p15:guide id="4" pos="7423">
          <p15:clr>
            <a:srgbClr val="FBAE40"/>
          </p15:clr>
        </p15:guide>
        <p15:guide id="5" orient="horz" pos="77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01AF1CF9-9F46-4541-8FF1-B9C53244EE1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9247" y="3633967"/>
            <a:ext cx="1912619" cy="15729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upo 22">
            <a:extLst>
              <a:ext uri="{FF2B5EF4-FFF2-40B4-BE49-F238E27FC236}">
                <a16:creationId xmlns:a16="http://schemas.microsoft.com/office/drawing/2014/main" id="{AB0E1BA4-80FE-4826-BA2F-083C3A5BB7F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6" name="Franja diagonal 25">
              <a:extLst>
                <a:ext uri="{FF2B5EF4-FFF2-40B4-BE49-F238E27FC236}">
                  <a16:creationId xmlns:a16="http://schemas.microsoft.com/office/drawing/2014/main" id="{0697993E-CD44-40B9-805C-77BC608618A7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DDBD869A-51AE-4AC9-A3E0-38E8C732B1E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Paralelogramo 29">
              <a:extLst>
                <a:ext uri="{FF2B5EF4-FFF2-40B4-BE49-F238E27FC236}">
                  <a16:creationId xmlns:a16="http://schemas.microsoft.com/office/drawing/2014/main" id="{DE18C3B6-28E6-4BBC-B634-F81DE5A9D13C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/>
            </a:p>
          </p:txBody>
        </p:sp>
      </p:grpSp>
      <p:sp>
        <p:nvSpPr>
          <p:cNvPr id="25" name="Cuadro de texto 24">
            <a:extLst>
              <a:ext uri="{FF2B5EF4-FFF2-40B4-BE49-F238E27FC236}">
                <a16:creationId xmlns:a16="http://schemas.microsoft.com/office/drawing/2014/main" id="{F0BB4D3D-930C-4FF4-BB7C-2CB24208150C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MX" sz="3400" b="1" noProof="0" dirty="0">
                <a:solidFill>
                  <a:schemeClr val="accent6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36" name="Paralelogramo 35">
            <a:extLst>
              <a:ext uri="{FF2B5EF4-FFF2-40B4-BE49-F238E27FC236}">
                <a16:creationId xmlns:a16="http://schemas.microsoft.com/office/drawing/2014/main" id="{4EBB76E7-943E-4038-B700-114F66FBC60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es-MX" noProof="0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03E79E9C-D961-6E47-A5C6-57689BAFF24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es-MX" noProof="0" dirty="0"/>
              <a:t>Agregar un pie de página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B08BE157-60F2-194D-8C13-4AE120FC9E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noProof="0" smtClean="0"/>
              <a:t>‹Nº›</a:t>
            </a:fld>
            <a:endParaRPr lang="es-MX" noProof="0" dirty="0"/>
          </a:p>
        </p:txBody>
      </p:sp>
      <p:sp>
        <p:nvSpPr>
          <p:cNvPr id="27" name="Título 1" title="Título ">
            <a:extLst>
              <a:ext uri="{FF2B5EF4-FFF2-40B4-BE49-F238E27FC236}">
                <a16:creationId xmlns:a16="http://schemas.microsoft.com/office/drawing/2014/main" id="{C3CC34F4-862A-42E7-B2FA-7B511CC2E8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editar el estilo del título del patrón </a:t>
            </a:r>
          </a:p>
        </p:txBody>
      </p:sp>
      <p:sp>
        <p:nvSpPr>
          <p:cNvPr id="18" name="Marcador de texto 2">
            <a:extLst>
              <a:ext uri="{FF2B5EF4-FFF2-40B4-BE49-F238E27FC236}">
                <a16:creationId xmlns:a16="http://schemas.microsoft.com/office/drawing/2014/main" id="{82BFF385-445D-4DBB-9773-F996694158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678" y="1681163"/>
            <a:ext cx="5382501" cy="823912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n-US" b="1" dirty="0">
                <a:solidFill>
                  <a:schemeClr val="accent6"/>
                </a:solidFill>
              </a:defRPr>
            </a:lvl1pPr>
          </a:lstStyle>
          <a:p>
            <a:pPr marL="228600" lvl="0" indent="-228600" rtl="0"/>
            <a:r>
              <a:rPr lang="es-MX" noProof="0"/>
              <a:t>Haga clic para modificar los estilos de texto del patrón</a:t>
            </a:r>
          </a:p>
        </p:txBody>
      </p:sp>
      <p:sp>
        <p:nvSpPr>
          <p:cNvPr id="20" name="Marcador de texto 4">
            <a:extLst>
              <a:ext uri="{FF2B5EF4-FFF2-40B4-BE49-F238E27FC236}">
                <a16:creationId xmlns:a16="http://schemas.microsoft.com/office/drawing/2014/main" id="{311B1CFE-1B35-4B5C-B40A-DC5ADF211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MX" noProof="0"/>
              <a:t>Haga clic para modificar los estilos de texto del patrón</a:t>
            </a:r>
          </a:p>
        </p:txBody>
      </p:sp>
      <p:sp>
        <p:nvSpPr>
          <p:cNvPr id="21" name="Marcador de posición de contenido 5">
            <a:extLst>
              <a:ext uri="{FF2B5EF4-FFF2-40B4-BE49-F238E27FC236}">
                <a16:creationId xmlns:a16="http://schemas.microsoft.com/office/drawing/2014/main" id="{1CE840E8-D596-479D-AE97-E88F42DC1B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MX" noProof="0"/>
              <a:t>Haga clic para modificar los estilos de texto del patrón</a:t>
            </a:r>
          </a:p>
          <a:p>
            <a:pPr lvl="1" rtl="0"/>
            <a:r>
              <a:rPr lang="es-MX" noProof="0"/>
              <a:t>Segundo nivel</a:t>
            </a:r>
          </a:p>
          <a:p>
            <a:pPr lvl="2" rtl="0"/>
            <a:r>
              <a:rPr lang="es-MX" noProof="0"/>
              <a:t>Tercer nivel</a:t>
            </a:r>
          </a:p>
          <a:p>
            <a:pPr lvl="3" rtl="0"/>
            <a:r>
              <a:rPr lang="es-MX" noProof="0"/>
              <a:t>Cuarto nivel</a:t>
            </a:r>
          </a:p>
          <a:p>
            <a:pPr lvl="4" rtl="0"/>
            <a:r>
              <a:rPr lang="es-MX" noProof="0"/>
              <a:t>Quinto nivel</a:t>
            </a:r>
            <a:endParaRPr lang="es-MX" noProof="0" dirty="0"/>
          </a:p>
        </p:txBody>
      </p:sp>
      <p:sp>
        <p:nvSpPr>
          <p:cNvPr id="24" name="Marcador de posición de contenido 3">
            <a:extLst>
              <a:ext uri="{FF2B5EF4-FFF2-40B4-BE49-F238E27FC236}">
                <a16:creationId xmlns:a16="http://schemas.microsoft.com/office/drawing/2014/main" id="{B9A68D25-B19E-4E84-B65D-596EE8382D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8678" y="2505075"/>
            <a:ext cx="5391749" cy="3684588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MX" noProof="0"/>
              <a:t>Haga clic para modificar los estilos de texto del patrón</a:t>
            </a:r>
          </a:p>
          <a:p>
            <a:pPr lvl="1" rtl="0"/>
            <a:r>
              <a:rPr lang="es-MX" noProof="0"/>
              <a:t>Segundo nivel</a:t>
            </a:r>
          </a:p>
          <a:p>
            <a:pPr lvl="2" rtl="0"/>
            <a:r>
              <a:rPr lang="es-MX" noProof="0"/>
              <a:t>Tercer nivel</a:t>
            </a:r>
          </a:p>
          <a:p>
            <a:pPr lvl="3" rtl="0"/>
            <a:r>
              <a:rPr lang="es-MX" noProof="0"/>
              <a:t>Cuarto nivel</a:t>
            </a:r>
          </a:p>
          <a:p>
            <a:pPr lvl="4" rtl="0"/>
            <a:r>
              <a:rPr lang="es-MX" noProof="0"/>
              <a:t>Quinto nivel</a:t>
            </a:r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2452267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  <p15:guide id="4" pos="7423">
          <p15:clr>
            <a:srgbClr val="FBAE40"/>
          </p15:clr>
        </p15:guide>
        <p15:guide id="5" orient="horz" pos="7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ángulo rectángulo 10">
            <a:extLst>
              <a:ext uri="{FF2B5EF4-FFF2-40B4-BE49-F238E27FC236}">
                <a16:creationId xmlns:a16="http://schemas.microsoft.com/office/drawing/2014/main" id="{037924D2-2AB4-4BE1-9687-836615C72DFC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A93BC534-BFA1-4292-899F-03AC711BF7C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EBEE4DB5-5DEF-4DDB-9764-FD834B9DCAE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 title="Título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70" y="4374036"/>
            <a:ext cx="5311516" cy="1327031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modificar el estilo de título del patrón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62849C0-AA0D-4E1A-B4B6-E6A5917AC0A5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Marcador de texto 3">
            <a:extLst>
              <a:ext uri="{FF2B5EF4-FFF2-40B4-BE49-F238E27FC236}">
                <a16:creationId xmlns:a16="http://schemas.microsoft.com/office/drawing/2014/main" id="{BDEAC3CA-E21C-4A63-BE7D-DCC820552A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9170" y="5701069"/>
            <a:ext cx="5311516" cy="931505"/>
          </a:xfrm>
          <a:prstGeom prst="rect">
            <a:avLst/>
          </a:prstGeom>
        </p:spPr>
        <p:txBody>
          <a:bodyPr rtlCol="0"/>
          <a:lstStyle>
            <a:lvl1pPr marL="0" indent="0" algn="r">
              <a:buFont typeface="Arial" panose="020B0604020202020204" pitchFamily="34" charset="0"/>
              <a:buNone/>
              <a:defRPr sz="1600">
                <a:solidFill>
                  <a:schemeClr val="accent6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MX" noProof="0"/>
              <a:t>Haga clic para modificar los estilos de texto del patrón</a:t>
            </a: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C9A1E80C-1A76-4D3E-92A1-846866867D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1316" y="2290713"/>
            <a:ext cx="5803672" cy="4341862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 sz="2400"/>
            </a:lvl1pPr>
            <a:lvl2pPr>
              <a:buClr>
                <a:schemeClr val="accent2"/>
              </a:buClr>
              <a:defRPr sz="2000"/>
            </a:lvl2pPr>
            <a:lvl3pPr>
              <a:buClr>
                <a:schemeClr val="accent2"/>
              </a:buClr>
              <a:defRPr sz="1800"/>
            </a:lvl3pPr>
            <a:lvl4pPr>
              <a:buClr>
                <a:schemeClr val="accent2"/>
              </a:buClr>
              <a:defRPr sz="1600"/>
            </a:lvl4pPr>
            <a:lvl5pPr>
              <a:buClr>
                <a:schemeClr val="accent2"/>
              </a:buCl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s-MX" noProof="0"/>
              <a:t>Haga clic para modificar los estilos de texto del patrón</a:t>
            </a:r>
          </a:p>
          <a:p>
            <a:pPr lvl="1" rtl="0"/>
            <a:r>
              <a:rPr lang="es-MX" noProof="0"/>
              <a:t>Segundo nivel</a:t>
            </a:r>
          </a:p>
          <a:p>
            <a:pPr lvl="2" rtl="0"/>
            <a:r>
              <a:rPr lang="es-MX" noProof="0"/>
              <a:t>Tercer nivel</a:t>
            </a:r>
          </a:p>
          <a:p>
            <a:pPr lvl="3" rtl="0"/>
            <a:r>
              <a:rPr lang="es-MX" noProof="0"/>
              <a:t>Cuarto nivel</a:t>
            </a:r>
          </a:p>
          <a:p>
            <a:pPr lvl="4" rtl="0"/>
            <a:r>
              <a:rPr lang="es-MX" noProof="0"/>
              <a:t>Quinto nivel</a:t>
            </a:r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2552653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537">
          <p15:clr>
            <a:srgbClr val="FBAE40"/>
          </p15:clr>
        </p15:guide>
        <p15:guide id="3" pos="138">
          <p15:clr>
            <a:srgbClr val="FBAE40"/>
          </p15:clr>
        </p15:guide>
        <p15:guide id="4" orient="horz" pos="4178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2457">
          <p15:clr>
            <a:srgbClr val="FBAE40"/>
          </p15:clr>
        </p15:guide>
        <p15:guide id="7" pos="43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ángulo rectángulo 10">
            <a:extLst>
              <a:ext uri="{FF2B5EF4-FFF2-40B4-BE49-F238E27FC236}">
                <a16:creationId xmlns:a16="http://schemas.microsoft.com/office/drawing/2014/main" id="{037924D2-2AB4-4BE1-9687-836615C72DFC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noProof="0" dirty="0"/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A93BC534-BFA1-4292-899F-03AC711BF7C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EBEE4DB5-5DEF-4DDB-9764-FD834B9DCAE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 title="Título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70" y="4374036"/>
            <a:ext cx="5311516" cy="1327031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modificar el estilo de título del patrón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62849C0-AA0D-4E1A-B4B6-E6A5917AC0A5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Marcador de texto 3">
            <a:extLst>
              <a:ext uri="{FF2B5EF4-FFF2-40B4-BE49-F238E27FC236}">
                <a16:creationId xmlns:a16="http://schemas.microsoft.com/office/drawing/2014/main" id="{BDEAC3CA-E21C-4A63-BE7D-DCC820552A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9170" y="5701069"/>
            <a:ext cx="5311516" cy="931505"/>
          </a:xfrm>
          <a:prstGeom prst="rect">
            <a:avLst/>
          </a:prstGeom>
        </p:spPr>
        <p:txBody>
          <a:bodyPr rtlCol="0"/>
          <a:lstStyle>
            <a:lvl1pPr marL="0" indent="0" algn="r">
              <a:buFont typeface="Arial" panose="020B0604020202020204" pitchFamily="34" charset="0"/>
              <a:buNone/>
              <a:defRPr sz="1600">
                <a:solidFill>
                  <a:schemeClr val="accent6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MX" noProof="0"/>
              <a:t>Haga clic para modificar los estilos de texto del patrón</a:t>
            </a:r>
          </a:p>
        </p:txBody>
      </p:sp>
      <p:sp>
        <p:nvSpPr>
          <p:cNvPr id="12" name="Marcador de posición de imagen 2">
            <a:extLst>
              <a:ext uri="{FF2B5EF4-FFF2-40B4-BE49-F238E27FC236}">
                <a16:creationId xmlns:a16="http://schemas.microsoft.com/office/drawing/2014/main" id="{22728E0A-430E-4C6A-BF56-06FA8510F2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49970" y="2271860"/>
            <a:ext cx="5715017" cy="436071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s-MX" noProof="0"/>
              <a:t>Haz clic en el icono para agregar una imagen</a:t>
            </a:r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2614302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537">
          <p15:clr>
            <a:srgbClr val="FBAE40"/>
          </p15:clr>
        </p15:guide>
        <p15:guide id="3" pos="138">
          <p15:clr>
            <a:srgbClr val="FBAE40"/>
          </p15:clr>
        </p15:guide>
        <p15:guide id="4" orient="horz" pos="4178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2457">
          <p15:clr>
            <a:srgbClr val="FBAE40"/>
          </p15:clr>
        </p15:guide>
        <p15:guide id="7" pos="438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uadro de texto 17">
            <a:extLst>
              <a:ext uri="{FF2B5EF4-FFF2-40B4-BE49-F238E27FC236}">
                <a16:creationId xmlns:a16="http://schemas.microsoft.com/office/drawing/2014/main" id="{CC52C5C1-EC33-44C1-9D54-A1058BBF1812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MX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8A0030CD-8C9E-4AA5-8C5D-F9B2EDB7E17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7" name="Franja diagonal 26">
              <a:extLst>
                <a:ext uri="{FF2B5EF4-FFF2-40B4-BE49-F238E27FC236}">
                  <a16:creationId xmlns:a16="http://schemas.microsoft.com/office/drawing/2014/main" id="{872EE65E-EE50-4A3E-861E-1D6C241CB8EA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Conector recto 27">
              <a:extLst>
                <a:ext uri="{FF2B5EF4-FFF2-40B4-BE49-F238E27FC236}">
                  <a16:creationId xmlns:a16="http://schemas.microsoft.com/office/drawing/2014/main" id="{E76AD1EF-E06C-4D3C-9693-26844D01C8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Paralelogramo 28">
              <a:extLst>
                <a:ext uri="{FF2B5EF4-FFF2-40B4-BE49-F238E27FC236}">
                  <a16:creationId xmlns:a16="http://schemas.microsoft.com/office/drawing/2014/main" id="{57D44C42-44C0-420A-A125-9B1A979D4F56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/>
            </a:p>
          </p:txBody>
        </p:sp>
      </p:grpSp>
      <p:sp>
        <p:nvSpPr>
          <p:cNvPr id="30" name="Paralelogramo 29">
            <a:extLst>
              <a:ext uri="{FF2B5EF4-FFF2-40B4-BE49-F238E27FC236}">
                <a16:creationId xmlns:a16="http://schemas.microsoft.com/office/drawing/2014/main" id="{406089BB-36DC-4E23-B215-527A8A18FCFB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es-MX" noProof="0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578C43A6-50C6-704E-BADC-6D83BADE73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es-MX" noProof="0" dirty="0"/>
              <a:t>Agregar un pie de página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D91439B-965F-3548-AF77-89501B24F6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noProof="0" smtClean="0"/>
              <a:t>‹Nº›</a:t>
            </a:fld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34199068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778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uadro de texto 20">
            <a:extLst>
              <a:ext uri="{FF2B5EF4-FFF2-40B4-BE49-F238E27FC236}">
                <a16:creationId xmlns:a16="http://schemas.microsoft.com/office/drawing/2014/main" id="{7E8A2C98-F26E-415A-B931-1B89CA46C1CF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MX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1B2FB48C-0C70-4DBE-B904-A134B6644DD3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8" name="Franja diagonal 27">
              <a:extLst>
                <a:ext uri="{FF2B5EF4-FFF2-40B4-BE49-F238E27FC236}">
                  <a16:creationId xmlns:a16="http://schemas.microsoft.com/office/drawing/2014/main" id="{4F2E2158-1E6E-4E0D-BDAB-B20041C73615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626D62DB-3A5A-4DA1-BFA4-D9E58676E8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Paralelogramo 29">
              <a:extLst>
                <a:ext uri="{FF2B5EF4-FFF2-40B4-BE49-F238E27FC236}">
                  <a16:creationId xmlns:a16="http://schemas.microsoft.com/office/drawing/2014/main" id="{F5A729A7-3A5C-405C-AE06-180E7529E477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MX" noProof="0" dirty="0"/>
            </a:p>
          </p:txBody>
        </p:sp>
      </p:grpSp>
      <p:sp>
        <p:nvSpPr>
          <p:cNvPr id="31" name="Paralelogramo 30">
            <a:extLst>
              <a:ext uri="{FF2B5EF4-FFF2-40B4-BE49-F238E27FC236}">
                <a16:creationId xmlns:a16="http://schemas.microsoft.com/office/drawing/2014/main" id="{41E23981-B12A-4AC3-A030-337BBBA5E45B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es-MX" noProof="0" dirty="0"/>
          </a:p>
        </p:txBody>
      </p:sp>
      <p:sp>
        <p:nvSpPr>
          <p:cNvPr id="33" name="Título 1" title="Título ">
            <a:extLst>
              <a:ext uri="{FF2B5EF4-FFF2-40B4-BE49-F238E27FC236}">
                <a16:creationId xmlns:a16="http://schemas.microsoft.com/office/drawing/2014/main" id="{59067A2C-FE71-4381-BE51-08DAC5E435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21556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es-MX" noProof="0" dirty="0"/>
              <a:t>Haz clic para editar el estilo del título del patrón 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CB69A007-934D-7A4B-9EFA-82044EF4DC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es-MX" noProof="0" dirty="0"/>
              <a:t>Agregar un pie de página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5A154DC2-98C7-4D4B-A17A-AA4731217F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noProof="0" smtClean="0"/>
              <a:t>‹Nº›</a:t>
            </a:fld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658419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778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5CE2EB-00DF-4EBA-BF1F-D37805D45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MX" noProof="0"/>
              <a:t>Haz clic para modificar el estilo de título del patrón</a:t>
            </a:r>
            <a:endParaRPr lang="es-MX" noProof="0" dirty="0"/>
          </a:p>
        </p:txBody>
      </p:sp>
    </p:spTree>
    <p:extLst>
      <p:ext uri="{BB962C8B-B14F-4D97-AF65-F5344CB8AC3E}">
        <p14:creationId xmlns:p14="http://schemas.microsoft.com/office/powerpoint/2010/main" val="1658918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posición de pie de página 4">
            <a:extLst>
              <a:ext uri="{FF2B5EF4-FFF2-40B4-BE49-F238E27FC236}">
                <a16:creationId xmlns:a16="http://schemas.microsoft.com/office/drawing/2014/main" id="{BDB16155-303B-403D-8B49-D4CEE47D68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853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pPr rtl="0"/>
            <a:r>
              <a:rPr lang="es-MX" noProof="0" dirty="0"/>
              <a:t>Agregar un pie de página</a:t>
            </a:r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6B915EF5-4ABE-4759-AC09-679CD6083A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6971" y="6356350"/>
            <a:ext cx="7402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pPr rtl="0"/>
            <a:fld id="{8699F50C-BE38-4BD0-BA84-9B090E1F2B9B}" type="slidenum">
              <a:rPr lang="es-MX" noProof="0" smtClean="0"/>
              <a:pPr rtl="0"/>
              <a:t>‹Nº›</a:t>
            </a:fld>
            <a:endParaRPr lang="es-MX" noProof="0" dirty="0"/>
          </a:p>
        </p:txBody>
      </p:sp>
      <p:sp>
        <p:nvSpPr>
          <p:cNvPr id="9" name="Marcador de título 8">
            <a:extLst>
              <a:ext uri="{FF2B5EF4-FFF2-40B4-BE49-F238E27FC236}">
                <a16:creationId xmlns:a16="http://schemas.microsoft.com/office/drawing/2014/main" id="{AA2D2B61-D240-024D-AD60-4162EF152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678" y="209029"/>
            <a:ext cx="10835122" cy="1147968"/>
          </a:xfrm>
          <a:prstGeom prst="rect">
            <a:avLst/>
          </a:prstGeom>
        </p:spPr>
        <p:txBody>
          <a:bodyPr vert="horz" lIns="91440" tIns="45720" rIns="91440" bIns="0" rtlCol="0" anchor="b">
            <a:normAutofit/>
          </a:bodyPr>
          <a:lstStyle/>
          <a:p>
            <a:pPr rtl="0"/>
            <a:r>
              <a:rPr lang="es-MX" noProof="0" dirty="0"/>
              <a:t>Haga clic para modificar el estilo de 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1564885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85" r:id="rId3"/>
    <p:sldLayoutId id="2147483706" r:id="rId4"/>
    <p:sldLayoutId id="2147483708" r:id="rId5"/>
    <p:sldLayoutId id="2147483704" r:id="rId6"/>
    <p:sldLayoutId id="2147483689" r:id="rId7"/>
    <p:sldLayoutId id="2147483668" r:id="rId8"/>
    <p:sldLayoutId id="2147483707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692" r:id="rId17"/>
    <p:sldLayoutId id="2147483697" r:id="rId18"/>
    <p:sldLayoutId id="2147483674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IN"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2E7A40"/>
        </a:buClr>
        <a:buFont typeface="Arial" panose="020B0604020202020204" pitchFamily="34" charset="0"/>
        <a:buChar char="•"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E7A40"/>
        </a:buClr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E7A40"/>
        </a:buClr>
        <a:buFont typeface="Arial" panose="020B0604020202020204" pitchFamily="34" charset="0"/>
        <a:buChar char="•"/>
        <a:defRPr lang="en-US" sz="18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E7A40"/>
        </a:buClr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E7A40"/>
        </a:buClr>
        <a:buFont typeface="Arial" panose="020B0604020202020204" pitchFamily="34" charset="0"/>
        <a:buChar char="•"/>
        <a:defRPr lang="en-IN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office.com/es-es/article/editar-una-presentaci%C3%B3n-ff353d37-742a-4aa8-8bdd-6b1f488127a2?omkt=es-MX&amp;ui=es-ES&amp;rs=es-MX&amp;ad=MX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go.microsoft.com/fwlink/?linkid=2006808&amp;clcid=0x40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Marcador de posición de imagen 16" title="Imagen de edificio">
            <a:extLst>
              <a:ext uri="{FF2B5EF4-FFF2-40B4-BE49-F238E27FC236}">
                <a16:creationId xmlns:a16="http://schemas.microsoft.com/office/drawing/2014/main" id="{257F6BCE-75BB-4ECD-BEA5-21C36A9CC0E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0784" r="20784"/>
          <a:stretch>
            <a:fillRect/>
          </a:stretch>
        </p:blipFill>
        <p:spPr/>
      </p:pic>
      <p:sp>
        <p:nvSpPr>
          <p:cNvPr id="18" name="Hexágono 17" descr="Hexágono liso de color oscuro en el medio de un énfasis de imagen">
            <a:extLst>
              <a:ext uri="{FF2B5EF4-FFF2-40B4-BE49-F238E27FC236}">
                <a16:creationId xmlns:a16="http://schemas.microsoft.com/office/drawing/2014/main" id="{0E6B042D-E9CB-40E0-AAE9-6AD11F53E044}"/>
              </a:ext>
            </a:extLst>
          </p:cNvPr>
          <p:cNvSpPr/>
          <p:nvPr/>
        </p:nvSpPr>
        <p:spPr>
          <a:xfrm rot="16200000">
            <a:off x="2679702" y="2388914"/>
            <a:ext cx="2412998" cy="2080172"/>
          </a:xfrm>
          <a:prstGeom prst="hexagon">
            <a:avLst/>
          </a:prstGeom>
          <a:solidFill>
            <a:srgbClr val="0019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dirty="0"/>
          </a:p>
        </p:txBody>
      </p:sp>
      <p:grpSp>
        <p:nvGrpSpPr>
          <p:cNvPr id="19" name="Grupo 18" descr="Grupo de información de nombre y logotipo de la compañía&#10;">
            <a:extLst>
              <a:ext uri="{FF2B5EF4-FFF2-40B4-BE49-F238E27FC236}">
                <a16:creationId xmlns:a16="http://schemas.microsoft.com/office/drawing/2014/main" id="{5B07AEC6-55AE-4E18-BEEA-A226E87C7897}"/>
              </a:ext>
            </a:extLst>
          </p:cNvPr>
          <p:cNvGrpSpPr/>
          <p:nvPr/>
        </p:nvGrpSpPr>
        <p:grpSpPr>
          <a:xfrm>
            <a:off x="2955850" y="2855631"/>
            <a:ext cx="1873004" cy="1118752"/>
            <a:chOff x="2955850" y="2902286"/>
            <a:chExt cx="1873004" cy="1118752"/>
          </a:xfrm>
        </p:grpSpPr>
        <p:sp>
          <p:nvSpPr>
            <p:cNvPr id="20" name="Cuadro de texto 19">
              <a:extLst>
                <a:ext uri="{FF2B5EF4-FFF2-40B4-BE49-F238E27FC236}">
                  <a16:creationId xmlns:a16="http://schemas.microsoft.com/office/drawing/2014/main" id="{94DF2E04-7632-4FED-B0BF-8FB243D982A3}"/>
                </a:ext>
              </a:extLst>
            </p:cNvPr>
            <p:cNvSpPr txBox="1"/>
            <p:nvPr/>
          </p:nvSpPr>
          <p:spPr>
            <a:xfrm>
              <a:off x="3238428" y="2902286"/>
              <a:ext cx="121058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rtl="0"/>
              <a:r>
                <a:rPr lang="es-MX" sz="6000" b="1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55</a:t>
              </a:r>
            </a:p>
          </p:txBody>
        </p:sp>
        <p:sp>
          <p:nvSpPr>
            <p:cNvPr id="21" name="Cuadro de texto 20">
              <a:extLst>
                <a:ext uri="{FF2B5EF4-FFF2-40B4-BE49-F238E27FC236}">
                  <a16:creationId xmlns:a16="http://schemas.microsoft.com/office/drawing/2014/main" id="{FC9A1C71-347B-44A9-88B4-692D9731582D}"/>
                </a:ext>
              </a:extLst>
            </p:cNvPr>
            <p:cNvSpPr txBox="1"/>
            <p:nvPr/>
          </p:nvSpPr>
          <p:spPr>
            <a:xfrm>
              <a:off x="2955850" y="3713261"/>
              <a:ext cx="18730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rtl="0"/>
              <a:r>
                <a:rPr lang="es-MX" sz="1400" dirty="0">
                  <a:solidFill>
                    <a:schemeClr val="bg1"/>
                  </a:solidFill>
                  <a:cs typeface="Calibri Light" panose="020F0302020204030204" pitchFamily="34" charset="0"/>
                </a:rPr>
                <a:t>Equipo</a:t>
              </a: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D638ACE-163E-40EB-A458-E794C67EA2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es-MX" dirty="0"/>
              <a:t>Fase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C9205DF-8F5E-49F7-B00E-6F58293F5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214" y="3640997"/>
            <a:ext cx="5337325" cy="2357035"/>
          </a:xfrm>
        </p:spPr>
        <p:txBody>
          <a:bodyPr rtlCol="0"/>
          <a:lstStyle/>
          <a:p>
            <a:r>
              <a:rPr lang="es-MX" sz="1600" dirty="0"/>
              <a:t>A01796052 - Ivan Rodriguez Apolinar</a:t>
            </a:r>
          </a:p>
          <a:p>
            <a:pPr fontAlgn="base"/>
            <a:r>
              <a:rPr lang="es-MX" sz="1600" dirty="0"/>
              <a:t>A01797233 - Jorge Zepeda Tinoco</a:t>
            </a:r>
          </a:p>
          <a:p>
            <a:r>
              <a:rPr lang="es-MX" sz="1600" dirty="0"/>
              <a:t>A00830574 - </a:t>
            </a:r>
            <a:r>
              <a:rPr lang="es-MX" sz="1600" dirty="0" err="1"/>
              <a:t>Kailin</a:t>
            </a:r>
            <a:r>
              <a:rPr lang="es-MX" sz="1600" dirty="0"/>
              <a:t> Wu</a:t>
            </a:r>
          </a:p>
          <a:p>
            <a:r>
              <a:rPr lang="es-MX" sz="1600" dirty="0"/>
              <a:t>A01796415 - Marilyn Sofia Mori Castillo</a:t>
            </a:r>
          </a:p>
          <a:p>
            <a:r>
              <a:rPr lang="es-MX" sz="1600" dirty="0"/>
              <a:t>A01796938 - Mario Arturo Salinas Rodriguez</a:t>
            </a:r>
          </a:p>
        </p:txBody>
      </p:sp>
    </p:spTree>
    <p:extLst>
      <p:ext uri="{BB962C8B-B14F-4D97-AF65-F5344CB8AC3E}">
        <p14:creationId xmlns:p14="http://schemas.microsoft.com/office/powerpoint/2010/main" val="3980699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rcador de posición de imagen 7" title="Imagen de edificio">
            <a:extLst>
              <a:ext uri="{FF2B5EF4-FFF2-40B4-BE49-F238E27FC236}">
                <a16:creationId xmlns:a16="http://schemas.microsoft.com/office/drawing/2014/main" id="{2D599535-C841-457B-BE92-EECA801ED76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0784" r="20784"/>
          <a:stretch>
            <a:fillRect/>
          </a:stretch>
        </p:blipFill>
        <p:spPr/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291CA16A-993E-43BA-BDDC-9E427CF95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3842" y="2316193"/>
            <a:ext cx="4911633" cy="1789855"/>
          </a:xfrm>
        </p:spPr>
        <p:txBody>
          <a:bodyPr rtlCol="0"/>
          <a:lstStyle/>
          <a:p>
            <a:r>
              <a:rPr lang="es-MX" b="0" dirty="0"/>
              <a:t>Análisis de </a:t>
            </a:r>
            <a:r>
              <a:rPr lang="es-MX" dirty="0"/>
              <a:t>Requerimientos</a:t>
            </a:r>
            <a:endParaRPr lang="es-MX" b="0" dirty="0"/>
          </a:p>
        </p:txBody>
      </p:sp>
    </p:spTree>
    <p:extLst>
      <p:ext uri="{BB962C8B-B14F-4D97-AF65-F5344CB8AC3E}">
        <p14:creationId xmlns:p14="http://schemas.microsoft.com/office/powerpoint/2010/main" val="4292661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88E13-6B49-6F5E-B039-A4EC0F21F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Marcador de número de diapositiva 5">
            <a:extLst>
              <a:ext uri="{FF2B5EF4-FFF2-40B4-BE49-F238E27FC236}">
                <a16:creationId xmlns:a16="http://schemas.microsoft.com/office/drawing/2014/main" id="{9D654A73-9626-D157-4532-4979AFF9F95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rtl="0"/>
            <a:fld id="{8699F50C-BE38-4BD0-BA84-9B090E1F2B9B}" type="slidenum">
              <a:rPr lang="es-MX" smtClean="0"/>
              <a:pPr rtl="0"/>
              <a:t>3</a:t>
            </a:fld>
            <a:endParaRPr lang="es-MX" dirty="0"/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8BC99C9E-C97A-A1AD-B322-9AAD4E91B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017" y="0"/>
            <a:ext cx="114591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6079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ABE11BF-33A5-4653-A144-CCCBACF58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MX" dirty="0"/>
              <a:t>Sobre </a:t>
            </a:r>
            <a:r>
              <a:rPr lang="es-MX" b="0" dirty="0"/>
              <a:t>nosotros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53469036-D1FB-4164-96AE-B6D8CECCFC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es-MX" dirty="0"/>
              <a:t>LOREM IPSUM DOLOR SIT AMET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2482DBEC-EE72-4155-ACC5-87E80C560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 fontScale="92500"/>
          </a:bodyPr>
          <a:lstStyle/>
          <a:p>
            <a:pPr lvl="0" rtl="0"/>
            <a:r>
              <a:rPr lang="es-MX" dirty="0" err="1"/>
              <a:t>Lorem</a:t>
            </a:r>
            <a:r>
              <a:rPr lang="es-MX" dirty="0"/>
              <a:t> </a:t>
            </a:r>
            <a:r>
              <a:rPr lang="es-MX" dirty="0" err="1"/>
              <a:t>ipsum</a:t>
            </a:r>
            <a:r>
              <a:rPr lang="es-MX" dirty="0"/>
              <a:t> dolor </a:t>
            </a:r>
            <a:r>
              <a:rPr lang="es-MX" dirty="0" err="1"/>
              <a:t>sit</a:t>
            </a:r>
            <a:r>
              <a:rPr lang="es-MX" dirty="0"/>
              <a:t> </a:t>
            </a:r>
            <a:r>
              <a:rPr lang="es-MX" dirty="0" err="1"/>
              <a:t>amet</a:t>
            </a:r>
            <a:r>
              <a:rPr lang="es-MX" dirty="0"/>
              <a:t>, </a:t>
            </a:r>
            <a:r>
              <a:rPr lang="es-MX" dirty="0" err="1"/>
              <a:t>consectetur</a:t>
            </a:r>
            <a:r>
              <a:rPr lang="es-MX" dirty="0"/>
              <a:t> </a:t>
            </a:r>
            <a:r>
              <a:rPr lang="es-MX" dirty="0" err="1"/>
              <a:t>adipiscing</a:t>
            </a:r>
            <a:r>
              <a:rPr lang="es-MX" dirty="0"/>
              <a:t> </a:t>
            </a:r>
            <a:r>
              <a:rPr lang="es-MX" dirty="0" err="1"/>
              <a:t>elit</a:t>
            </a:r>
            <a:r>
              <a:rPr lang="es-MX" dirty="0"/>
              <a:t>. </a:t>
            </a:r>
          </a:p>
          <a:p>
            <a:pPr lvl="0" rtl="0"/>
            <a:r>
              <a:rPr lang="es-MX" dirty="0"/>
              <a:t>Ut </a:t>
            </a:r>
            <a:r>
              <a:rPr lang="es-MX" dirty="0" err="1"/>
              <a:t>fermentum</a:t>
            </a:r>
            <a:r>
              <a:rPr lang="es-MX" dirty="0"/>
              <a:t> a magna ut </a:t>
            </a:r>
            <a:r>
              <a:rPr lang="es-MX" dirty="0" err="1"/>
              <a:t>eleifend</a:t>
            </a:r>
            <a:r>
              <a:rPr lang="es-MX" dirty="0"/>
              <a:t>. </a:t>
            </a:r>
            <a:r>
              <a:rPr lang="es-MX" dirty="0" err="1"/>
              <a:t>Integer</a:t>
            </a:r>
            <a:r>
              <a:rPr lang="es-MX" dirty="0"/>
              <a:t> </a:t>
            </a:r>
            <a:r>
              <a:rPr lang="es-MX" dirty="0" err="1"/>
              <a:t>convallis</a:t>
            </a:r>
            <a:r>
              <a:rPr lang="es-MX" dirty="0"/>
              <a:t> </a:t>
            </a:r>
            <a:r>
              <a:rPr lang="es-MX" dirty="0" err="1"/>
              <a:t>suscipit</a:t>
            </a:r>
            <a:r>
              <a:rPr lang="es-MX" dirty="0"/>
              <a:t> ante </a:t>
            </a:r>
            <a:r>
              <a:rPr lang="es-MX" dirty="0" err="1"/>
              <a:t>eu</a:t>
            </a:r>
            <a:r>
              <a:rPr lang="es-MX" dirty="0"/>
              <a:t> </a:t>
            </a:r>
            <a:r>
              <a:rPr lang="es-MX" dirty="0" err="1"/>
              <a:t>varius</a:t>
            </a:r>
            <a:r>
              <a:rPr lang="es-MX" dirty="0"/>
              <a:t>. </a:t>
            </a:r>
          </a:p>
          <a:p>
            <a:pPr lvl="0" rtl="0"/>
            <a:r>
              <a:rPr lang="es-MX" dirty="0" err="1"/>
              <a:t>Morbi</a:t>
            </a:r>
            <a:r>
              <a:rPr lang="es-MX" dirty="0"/>
              <a:t> a </a:t>
            </a:r>
            <a:r>
              <a:rPr lang="es-MX" dirty="0" err="1"/>
              <a:t>purus</a:t>
            </a:r>
            <a:r>
              <a:rPr lang="es-MX" dirty="0"/>
              <a:t> dolor. </a:t>
            </a:r>
            <a:r>
              <a:rPr lang="es-MX" dirty="0" err="1"/>
              <a:t>Suspendisse</a:t>
            </a:r>
            <a:r>
              <a:rPr lang="es-MX" dirty="0"/>
              <a:t> </a:t>
            </a:r>
            <a:r>
              <a:rPr lang="es-MX" dirty="0" err="1"/>
              <a:t>sit</a:t>
            </a:r>
            <a:r>
              <a:rPr lang="es-MX" dirty="0"/>
              <a:t> </a:t>
            </a:r>
            <a:r>
              <a:rPr lang="es-MX" dirty="0" err="1"/>
              <a:t>amet</a:t>
            </a:r>
            <a:r>
              <a:rPr lang="es-MX" dirty="0"/>
              <a:t> </a:t>
            </a:r>
            <a:r>
              <a:rPr lang="es-MX" dirty="0" err="1"/>
              <a:t>ipsum</a:t>
            </a:r>
            <a:r>
              <a:rPr lang="es-MX" dirty="0"/>
              <a:t> </a:t>
            </a:r>
            <a:r>
              <a:rPr lang="es-MX" dirty="0" err="1"/>
              <a:t>finibus</a:t>
            </a:r>
            <a:r>
              <a:rPr lang="es-MX" dirty="0"/>
              <a:t> justo </a:t>
            </a:r>
            <a:r>
              <a:rPr lang="es-MX" dirty="0" err="1"/>
              <a:t>viverra</a:t>
            </a:r>
            <a:r>
              <a:rPr lang="es-MX" dirty="0"/>
              <a:t> </a:t>
            </a:r>
            <a:r>
              <a:rPr lang="es-MX" dirty="0" err="1"/>
              <a:t>blandit</a:t>
            </a:r>
            <a:r>
              <a:rPr lang="es-MX" dirty="0"/>
              <a:t>. </a:t>
            </a:r>
          </a:p>
          <a:p>
            <a:pPr lvl="0" rtl="0"/>
            <a:r>
              <a:rPr lang="es-MX" dirty="0"/>
              <a:t>Ut </a:t>
            </a:r>
            <a:r>
              <a:rPr lang="es-MX" dirty="0" err="1"/>
              <a:t>congue</a:t>
            </a:r>
            <a:r>
              <a:rPr lang="es-MX" dirty="0"/>
              <a:t> </a:t>
            </a:r>
            <a:r>
              <a:rPr lang="es-MX" dirty="0" err="1"/>
              <a:t>quis</a:t>
            </a:r>
            <a:r>
              <a:rPr lang="es-MX" dirty="0"/>
              <a:t> tortor </a:t>
            </a:r>
            <a:r>
              <a:rPr lang="es-MX" dirty="0" err="1"/>
              <a:t>eget</a:t>
            </a:r>
            <a:r>
              <a:rPr lang="es-MX" dirty="0"/>
              <a:t> </a:t>
            </a:r>
            <a:r>
              <a:rPr lang="es-MX" dirty="0" err="1"/>
              <a:t>sodales</a:t>
            </a:r>
            <a:r>
              <a:rPr lang="es-MX" dirty="0"/>
              <a:t>. </a:t>
            </a:r>
          </a:p>
        </p:txBody>
      </p:sp>
      <p:pic>
        <p:nvPicPr>
          <p:cNvPr id="13" name="Marcador de posición de imagen 12" title="Horizonte">
            <a:extLst>
              <a:ext uri="{FF2B5EF4-FFF2-40B4-BE49-F238E27FC236}">
                <a16:creationId xmlns:a16="http://schemas.microsoft.com/office/drawing/2014/main" id="{066FE296-3466-420F-AD6C-D3A37B973B7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23313" r="23313"/>
          <a:stretch/>
        </p:blipFill>
        <p:spPr/>
      </p:pic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47F4D2C2-B71A-4089-A3FE-603C32706CA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es-MX" dirty="0"/>
              <a:t>Agregar un pie de página</a:t>
            </a:r>
          </a:p>
        </p:txBody>
      </p:sp>
      <p:sp>
        <p:nvSpPr>
          <p:cNvPr id="12" name="Marcador de número de diapositiva 11">
            <a:extLst>
              <a:ext uri="{FF2B5EF4-FFF2-40B4-BE49-F238E27FC236}">
                <a16:creationId xmlns:a16="http://schemas.microsoft.com/office/drawing/2014/main" id="{FBA1BB58-7555-4382-B178-7ED04E137E7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smtClean="0"/>
              <a:pPr rtl="0"/>
              <a:t>4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972005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ítulo 3">
            <a:extLst>
              <a:ext uri="{FF2B5EF4-FFF2-40B4-BE49-F238E27FC236}">
                <a16:creationId xmlns:a16="http://schemas.microsoft.com/office/drawing/2014/main" id="{1ABD613F-111C-41D6-9F8E-8B2C42A5E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MX" dirty="0"/>
              <a:t>Sobre </a:t>
            </a:r>
            <a:r>
              <a:rPr lang="es-MX" b="0" dirty="0"/>
              <a:t>nosotros</a:t>
            </a:r>
          </a:p>
        </p:txBody>
      </p:sp>
      <p:sp>
        <p:nvSpPr>
          <p:cNvPr id="43" name="Marcador de texto 8">
            <a:extLst>
              <a:ext uri="{FF2B5EF4-FFF2-40B4-BE49-F238E27FC236}">
                <a16:creationId xmlns:a16="http://schemas.microsoft.com/office/drawing/2014/main" id="{EA7C22CB-613A-4C0B-90B3-4A405F793D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es-MX" dirty="0"/>
              <a:t>LOREM IPSUM DOLOR SIT AMET</a:t>
            </a:r>
          </a:p>
        </p:txBody>
      </p:sp>
      <p:sp>
        <p:nvSpPr>
          <p:cNvPr id="42" name="Marcador de contenido 6">
            <a:extLst>
              <a:ext uri="{FF2B5EF4-FFF2-40B4-BE49-F238E27FC236}">
                <a16:creationId xmlns:a16="http://schemas.microsoft.com/office/drawing/2014/main" id="{55EACD59-7C51-4810-94C6-BCB4D1234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 fontScale="92500"/>
          </a:bodyPr>
          <a:lstStyle/>
          <a:p>
            <a:pPr lvl="0" rtl="0"/>
            <a:r>
              <a:rPr lang="es-MX" dirty="0" err="1"/>
              <a:t>Lorem</a:t>
            </a:r>
            <a:r>
              <a:rPr lang="es-MX" dirty="0"/>
              <a:t> </a:t>
            </a:r>
            <a:r>
              <a:rPr lang="es-MX" dirty="0" err="1"/>
              <a:t>ipsum</a:t>
            </a:r>
            <a:r>
              <a:rPr lang="es-MX" dirty="0"/>
              <a:t> dolor </a:t>
            </a:r>
            <a:r>
              <a:rPr lang="es-MX" dirty="0" err="1"/>
              <a:t>sit</a:t>
            </a:r>
            <a:r>
              <a:rPr lang="es-MX" dirty="0"/>
              <a:t> </a:t>
            </a:r>
            <a:r>
              <a:rPr lang="es-MX" dirty="0" err="1"/>
              <a:t>amet</a:t>
            </a:r>
            <a:r>
              <a:rPr lang="es-MX" dirty="0"/>
              <a:t>, </a:t>
            </a:r>
            <a:r>
              <a:rPr lang="es-MX" dirty="0" err="1"/>
              <a:t>consectetur</a:t>
            </a:r>
            <a:r>
              <a:rPr lang="es-MX" dirty="0"/>
              <a:t> </a:t>
            </a:r>
            <a:r>
              <a:rPr lang="es-MX" dirty="0" err="1"/>
              <a:t>adipiscing</a:t>
            </a:r>
            <a:r>
              <a:rPr lang="es-MX" dirty="0"/>
              <a:t> </a:t>
            </a:r>
            <a:r>
              <a:rPr lang="es-MX" dirty="0" err="1"/>
              <a:t>elit</a:t>
            </a:r>
            <a:r>
              <a:rPr lang="es-MX" dirty="0"/>
              <a:t>. </a:t>
            </a:r>
          </a:p>
          <a:p>
            <a:pPr lvl="0" rtl="0"/>
            <a:r>
              <a:rPr lang="es-MX" dirty="0"/>
              <a:t>Ut </a:t>
            </a:r>
            <a:r>
              <a:rPr lang="es-MX" dirty="0" err="1"/>
              <a:t>fermentum</a:t>
            </a:r>
            <a:r>
              <a:rPr lang="es-MX" dirty="0"/>
              <a:t> a magna ut </a:t>
            </a:r>
            <a:r>
              <a:rPr lang="es-MX" dirty="0" err="1"/>
              <a:t>eleifend</a:t>
            </a:r>
            <a:r>
              <a:rPr lang="es-MX" dirty="0"/>
              <a:t>. </a:t>
            </a:r>
            <a:r>
              <a:rPr lang="es-MX" dirty="0" err="1"/>
              <a:t>Integer</a:t>
            </a:r>
            <a:r>
              <a:rPr lang="es-MX" dirty="0"/>
              <a:t> </a:t>
            </a:r>
            <a:r>
              <a:rPr lang="es-MX" dirty="0" err="1"/>
              <a:t>convallis</a:t>
            </a:r>
            <a:r>
              <a:rPr lang="es-MX" dirty="0"/>
              <a:t> </a:t>
            </a:r>
            <a:r>
              <a:rPr lang="es-MX" dirty="0" err="1"/>
              <a:t>suscipit</a:t>
            </a:r>
            <a:r>
              <a:rPr lang="es-MX" dirty="0"/>
              <a:t> ante </a:t>
            </a:r>
            <a:r>
              <a:rPr lang="es-MX" dirty="0" err="1"/>
              <a:t>eu</a:t>
            </a:r>
            <a:r>
              <a:rPr lang="es-MX" dirty="0"/>
              <a:t> </a:t>
            </a:r>
            <a:r>
              <a:rPr lang="es-MX" dirty="0" err="1"/>
              <a:t>varius</a:t>
            </a:r>
            <a:r>
              <a:rPr lang="es-MX" dirty="0"/>
              <a:t>. </a:t>
            </a:r>
          </a:p>
          <a:p>
            <a:pPr lvl="0" rtl="0"/>
            <a:r>
              <a:rPr lang="es-MX" dirty="0" err="1"/>
              <a:t>Morbi</a:t>
            </a:r>
            <a:r>
              <a:rPr lang="es-MX" dirty="0"/>
              <a:t> a </a:t>
            </a:r>
            <a:r>
              <a:rPr lang="es-MX" dirty="0" err="1"/>
              <a:t>purus</a:t>
            </a:r>
            <a:r>
              <a:rPr lang="es-MX" dirty="0"/>
              <a:t> dolor. </a:t>
            </a:r>
            <a:r>
              <a:rPr lang="es-MX" dirty="0" err="1"/>
              <a:t>Suspendisse</a:t>
            </a:r>
            <a:r>
              <a:rPr lang="es-MX" dirty="0"/>
              <a:t> </a:t>
            </a:r>
            <a:r>
              <a:rPr lang="es-MX" dirty="0" err="1"/>
              <a:t>sit</a:t>
            </a:r>
            <a:r>
              <a:rPr lang="es-MX" dirty="0"/>
              <a:t> </a:t>
            </a:r>
            <a:r>
              <a:rPr lang="es-MX" dirty="0" err="1"/>
              <a:t>amet</a:t>
            </a:r>
            <a:r>
              <a:rPr lang="es-MX" dirty="0"/>
              <a:t> </a:t>
            </a:r>
            <a:r>
              <a:rPr lang="es-MX" dirty="0" err="1"/>
              <a:t>ipsum</a:t>
            </a:r>
            <a:r>
              <a:rPr lang="es-MX" dirty="0"/>
              <a:t> </a:t>
            </a:r>
            <a:r>
              <a:rPr lang="es-MX" dirty="0" err="1"/>
              <a:t>finibus</a:t>
            </a:r>
            <a:r>
              <a:rPr lang="es-MX" dirty="0"/>
              <a:t> justo </a:t>
            </a:r>
            <a:r>
              <a:rPr lang="es-MX" dirty="0" err="1"/>
              <a:t>viverra</a:t>
            </a:r>
            <a:r>
              <a:rPr lang="es-MX" dirty="0"/>
              <a:t> </a:t>
            </a:r>
            <a:r>
              <a:rPr lang="es-MX" dirty="0" err="1"/>
              <a:t>blandit</a:t>
            </a:r>
            <a:r>
              <a:rPr lang="es-MX" dirty="0"/>
              <a:t>. </a:t>
            </a:r>
          </a:p>
          <a:p>
            <a:pPr lvl="0" rtl="0"/>
            <a:r>
              <a:rPr lang="es-MX" dirty="0"/>
              <a:t>Ut </a:t>
            </a:r>
            <a:r>
              <a:rPr lang="es-MX" dirty="0" err="1"/>
              <a:t>congue</a:t>
            </a:r>
            <a:r>
              <a:rPr lang="es-MX" dirty="0"/>
              <a:t> </a:t>
            </a:r>
            <a:r>
              <a:rPr lang="es-MX" dirty="0" err="1"/>
              <a:t>quis</a:t>
            </a:r>
            <a:r>
              <a:rPr lang="es-MX" dirty="0"/>
              <a:t> tortor </a:t>
            </a:r>
            <a:r>
              <a:rPr lang="es-MX" dirty="0" err="1"/>
              <a:t>eget</a:t>
            </a:r>
            <a:r>
              <a:rPr lang="es-MX" dirty="0"/>
              <a:t> </a:t>
            </a:r>
            <a:r>
              <a:rPr lang="es-MX" dirty="0" err="1"/>
              <a:t>sodales</a:t>
            </a:r>
            <a:r>
              <a:rPr lang="es-MX" dirty="0"/>
              <a:t>. </a:t>
            </a:r>
          </a:p>
        </p:txBody>
      </p:sp>
      <p:pic>
        <p:nvPicPr>
          <p:cNvPr id="59" name="Marcador de posición de imagen 58" title="Edificios">
            <a:extLst>
              <a:ext uri="{FF2B5EF4-FFF2-40B4-BE49-F238E27FC236}">
                <a16:creationId xmlns:a16="http://schemas.microsoft.com/office/drawing/2014/main" id="{3FCCC668-2247-4814-9CC5-9C5D4B447A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13492" r="13492"/>
          <a:stretch>
            <a:fillRect/>
          </a:stretch>
        </p:blipFill>
        <p:spPr/>
      </p:pic>
      <p:sp>
        <p:nvSpPr>
          <p:cNvPr id="35" name="Marcador de pie de página 34">
            <a:extLst>
              <a:ext uri="{FF2B5EF4-FFF2-40B4-BE49-F238E27FC236}">
                <a16:creationId xmlns:a16="http://schemas.microsoft.com/office/drawing/2014/main" id="{6390A22B-EC07-E942-A46F-F36FDD7FDB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es-MX" dirty="0"/>
              <a:t>Agregar un pie de página</a:t>
            </a:r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A267D224-5586-43DC-82CA-8605E158298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smtClean="0"/>
              <a:pPr rtl="0"/>
              <a:t>5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205466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3">
            <a:extLst>
              <a:ext uri="{FF2B5EF4-FFF2-40B4-BE49-F238E27FC236}">
                <a16:creationId xmlns:a16="http://schemas.microsoft.com/office/drawing/2014/main" id="{E3E5EE03-FBF6-46F5-8085-716AC6CE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MX" dirty="0"/>
              <a:t>Nuestra </a:t>
            </a:r>
            <a:r>
              <a:rPr lang="es-MX" b="0" dirty="0"/>
              <a:t>promesa</a:t>
            </a:r>
          </a:p>
        </p:txBody>
      </p:sp>
      <p:sp>
        <p:nvSpPr>
          <p:cNvPr id="19" name="Marcador de texto 18">
            <a:extLst>
              <a:ext uri="{FF2B5EF4-FFF2-40B4-BE49-F238E27FC236}">
                <a16:creationId xmlns:a16="http://schemas.microsoft.com/office/drawing/2014/main" id="{DFE11F38-F66B-4F95-8224-6CCA69D5761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pPr rtl="0"/>
            <a:r>
              <a:rPr lang="es-MX" dirty="0"/>
              <a:t>LOREM IPSUM DOLOR SIT AMET</a:t>
            </a:r>
          </a:p>
        </p:txBody>
      </p:sp>
      <p:sp>
        <p:nvSpPr>
          <p:cNvPr id="15" name="Marcador de texto 14">
            <a:extLst>
              <a:ext uri="{FF2B5EF4-FFF2-40B4-BE49-F238E27FC236}">
                <a16:creationId xmlns:a16="http://schemas.microsoft.com/office/drawing/2014/main" id="{24E18385-8BEA-4522-ABAA-5AB38F0D4F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es-MX" dirty="0"/>
              <a:t>Nombre de la compañía</a:t>
            </a:r>
          </a:p>
        </p:txBody>
      </p:sp>
      <p:sp>
        <p:nvSpPr>
          <p:cNvPr id="16" name="Marcador de contenido 15">
            <a:extLst>
              <a:ext uri="{FF2B5EF4-FFF2-40B4-BE49-F238E27FC236}">
                <a16:creationId xmlns:a16="http://schemas.microsoft.com/office/drawing/2014/main" id="{1DCFA8A2-3FB8-48CA-933D-0800A9D2A2A2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 rtlCol="0"/>
          <a:lstStyle/>
          <a:p>
            <a:pPr rtl="0">
              <a:buClr>
                <a:schemeClr val="accent2"/>
              </a:buClr>
            </a:pPr>
            <a:r>
              <a:rPr lang="es-MX" dirty="0" err="1"/>
              <a:t>Nulla</a:t>
            </a:r>
            <a:r>
              <a:rPr lang="es-MX" dirty="0"/>
              <a:t> a </a:t>
            </a:r>
            <a:r>
              <a:rPr lang="es-MX" dirty="0" err="1"/>
              <a:t>erat</a:t>
            </a:r>
            <a:r>
              <a:rPr lang="es-MX" dirty="0"/>
              <a:t> </a:t>
            </a:r>
            <a:r>
              <a:rPr lang="es-MX" dirty="0" err="1"/>
              <a:t>eget</a:t>
            </a:r>
            <a:r>
              <a:rPr lang="es-MX" dirty="0"/>
              <a:t> nunc </a:t>
            </a:r>
            <a:r>
              <a:rPr lang="es-MX" dirty="0" err="1"/>
              <a:t>hendrerit</a:t>
            </a:r>
            <a:r>
              <a:rPr lang="es-MX" dirty="0"/>
              <a:t> ultrices </a:t>
            </a:r>
            <a:r>
              <a:rPr lang="es-MX" dirty="0" err="1"/>
              <a:t>eu</a:t>
            </a:r>
            <a:r>
              <a:rPr lang="es-MX" dirty="0"/>
              <a:t> </a:t>
            </a:r>
            <a:r>
              <a:rPr lang="es-MX" dirty="0" err="1"/>
              <a:t>nec</a:t>
            </a:r>
            <a:r>
              <a:rPr lang="es-MX" dirty="0"/>
              <a:t> </a:t>
            </a:r>
            <a:r>
              <a:rPr lang="es-MX" dirty="0" err="1"/>
              <a:t>nulla</a:t>
            </a:r>
            <a:r>
              <a:rPr lang="es-MX" dirty="0"/>
              <a:t>. </a:t>
            </a:r>
            <a:r>
              <a:rPr lang="es-MX" dirty="0" err="1"/>
              <a:t>Donec</a:t>
            </a:r>
            <a:r>
              <a:rPr lang="es-MX" dirty="0"/>
              <a:t> </a:t>
            </a:r>
            <a:r>
              <a:rPr lang="es-MX" dirty="0" err="1"/>
              <a:t>viverra</a:t>
            </a:r>
            <a:r>
              <a:rPr lang="es-MX" dirty="0"/>
              <a:t> leo </a:t>
            </a:r>
            <a:r>
              <a:rPr lang="es-MX" dirty="0" err="1"/>
              <a:t>aliquet</a:t>
            </a:r>
            <a:r>
              <a:rPr lang="es-MX" dirty="0"/>
              <a:t>, </a:t>
            </a:r>
            <a:r>
              <a:rPr lang="es-MX" dirty="0" err="1"/>
              <a:t>auctor</a:t>
            </a:r>
            <a:r>
              <a:rPr lang="es-MX" dirty="0"/>
              <a:t> </a:t>
            </a:r>
            <a:r>
              <a:rPr lang="es-MX" dirty="0" err="1"/>
              <a:t>quam</a:t>
            </a:r>
            <a:r>
              <a:rPr lang="es-MX" dirty="0"/>
              <a:t> id, </a:t>
            </a:r>
            <a:r>
              <a:rPr lang="es-MX" dirty="0" err="1"/>
              <a:t>convallis</a:t>
            </a:r>
            <a:r>
              <a:rPr lang="es-MX" dirty="0"/>
              <a:t> </a:t>
            </a:r>
            <a:r>
              <a:rPr lang="es-MX" dirty="0" err="1"/>
              <a:t>orci</a:t>
            </a:r>
            <a:r>
              <a:rPr lang="es-MX" dirty="0"/>
              <a:t>. </a:t>
            </a:r>
          </a:p>
          <a:p>
            <a:pPr lvl="1" rtl="0">
              <a:buClr>
                <a:schemeClr val="accent2"/>
              </a:buClr>
            </a:pPr>
            <a:r>
              <a:rPr lang="es-MX" dirty="0"/>
              <a:t>Sed in </a:t>
            </a:r>
            <a:r>
              <a:rPr lang="es-MX" dirty="0" err="1"/>
              <a:t>molestie</a:t>
            </a:r>
            <a:r>
              <a:rPr lang="es-MX" dirty="0"/>
              <a:t> </a:t>
            </a:r>
            <a:r>
              <a:rPr lang="es-MX" dirty="0" err="1"/>
              <a:t>est</a:t>
            </a:r>
            <a:r>
              <a:rPr lang="es-MX" dirty="0"/>
              <a:t>. </a:t>
            </a:r>
            <a:r>
              <a:rPr lang="es-MX" dirty="0" err="1"/>
              <a:t>Cras</a:t>
            </a:r>
            <a:r>
              <a:rPr lang="es-MX" dirty="0"/>
              <a:t> ornare </a:t>
            </a:r>
            <a:r>
              <a:rPr lang="es-MX" dirty="0" err="1"/>
              <a:t>turpis</a:t>
            </a:r>
            <a:r>
              <a:rPr lang="es-MX" dirty="0"/>
              <a:t> at </a:t>
            </a:r>
            <a:r>
              <a:rPr lang="es-MX" dirty="0" err="1"/>
              <a:t>ligula</a:t>
            </a:r>
            <a:r>
              <a:rPr lang="es-MX" dirty="0"/>
              <a:t> </a:t>
            </a:r>
            <a:r>
              <a:rPr lang="es-MX" dirty="0" err="1"/>
              <a:t>posuere</a:t>
            </a:r>
            <a:r>
              <a:rPr lang="es-MX" dirty="0"/>
              <a:t>, </a:t>
            </a:r>
            <a:r>
              <a:rPr lang="es-MX" dirty="0" err="1"/>
              <a:t>sit</a:t>
            </a:r>
            <a:r>
              <a:rPr lang="es-MX" dirty="0"/>
              <a:t> </a:t>
            </a:r>
            <a:r>
              <a:rPr lang="es-MX" dirty="0" err="1"/>
              <a:t>amet</a:t>
            </a:r>
            <a:r>
              <a:rPr lang="es-MX" dirty="0"/>
              <a:t> </a:t>
            </a:r>
            <a:r>
              <a:rPr lang="es-MX" dirty="0" err="1"/>
              <a:t>accumsan</a:t>
            </a:r>
            <a:r>
              <a:rPr lang="es-MX" dirty="0"/>
              <a:t> </a:t>
            </a:r>
            <a:r>
              <a:rPr lang="es-MX" dirty="0" err="1"/>
              <a:t>neque</a:t>
            </a:r>
            <a:r>
              <a:rPr lang="es-MX" dirty="0"/>
              <a:t> </a:t>
            </a:r>
            <a:r>
              <a:rPr lang="es-MX" dirty="0" err="1"/>
              <a:t>lobortis</a:t>
            </a:r>
            <a:r>
              <a:rPr lang="es-MX" dirty="0"/>
              <a:t>.</a:t>
            </a:r>
          </a:p>
          <a:p>
            <a:pPr lvl="1" rtl="0">
              <a:buClr>
                <a:schemeClr val="accent2"/>
              </a:buClr>
            </a:pPr>
            <a:r>
              <a:rPr lang="es-MX" dirty="0" err="1"/>
              <a:t>Maecenas</a:t>
            </a:r>
            <a:r>
              <a:rPr lang="es-MX" dirty="0"/>
              <a:t> </a:t>
            </a:r>
            <a:r>
              <a:rPr lang="es-MX" dirty="0" err="1"/>
              <a:t>mattis</a:t>
            </a:r>
            <a:r>
              <a:rPr lang="es-MX" dirty="0"/>
              <a:t> </a:t>
            </a:r>
            <a:r>
              <a:rPr lang="es-MX" dirty="0" err="1"/>
              <a:t>risus</a:t>
            </a:r>
            <a:r>
              <a:rPr lang="es-MX" dirty="0"/>
              <a:t> </a:t>
            </a:r>
            <a:r>
              <a:rPr lang="es-MX" dirty="0" err="1"/>
              <a:t>ligula</a:t>
            </a:r>
            <a:r>
              <a:rPr lang="es-MX" dirty="0"/>
              <a:t>, sed </a:t>
            </a:r>
            <a:r>
              <a:rPr lang="es-MX" dirty="0" err="1"/>
              <a:t>ullamcorper</a:t>
            </a:r>
            <a:r>
              <a:rPr lang="es-MX" dirty="0"/>
              <a:t> nunc </a:t>
            </a:r>
            <a:r>
              <a:rPr lang="es-MX" dirty="0" err="1"/>
              <a:t>efficitur</a:t>
            </a:r>
            <a:r>
              <a:rPr lang="es-MX" dirty="0"/>
              <a:t> sed. </a:t>
            </a:r>
          </a:p>
        </p:txBody>
      </p:sp>
      <p:sp>
        <p:nvSpPr>
          <p:cNvPr id="17" name="Marcador de texto 16">
            <a:extLst>
              <a:ext uri="{FF2B5EF4-FFF2-40B4-BE49-F238E27FC236}">
                <a16:creationId xmlns:a16="http://schemas.microsoft.com/office/drawing/2014/main" id="{640A3223-3DA3-4CF2-82B6-1447667547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rtlCol="0"/>
          <a:lstStyle/>
          <a:p>
            <a:pPr rtl="0"/>
            <a:r>
              <a:rPr lang="es-MX" dirty="0"/>
              <a:t>Servicios competitivos</a:t>
            </a:r>
          </a:p>
        </p:txBody>
      </p:sp>
      <p:sp>
        <p:nvSpPr>
          <p:cNvPr id="18" name="Marcador de contenido 17">
            <a:extLst>
              <a:ext uri="{FF2B5EF4-FFF2-40B4-BE49-F238E27FC236}">
                <a16:creationId xmlns:a16="http://schemas.microsoft.com/office/drawing/2014/main" id="{C955AFB3-173C-4848-B3E9-1375591B297E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 rtlCol="0"/>
          <a:lstStyle/>
          <a:p>
            <a:pPr rtl="0">
              <a:buClr>
                <a:schemeClr val="accent2"/>
              </a:buClr>
            </a:pPr>
            <a:r>
              <a:rPr lang="es-MX" dirty="0" err="1"/>
              <a:t>Nulla</a:t>
            </a:r>
            <a:r>
              <a:rPr lang="es-MX" dirty="0"/>
              <a:t> a </a:t>
            </a:r>
            <a:r>
              <a:rPr lang="es-MX" dirty="0" err="1"/>
              <a:t>erat</a:t>
            </a:r>
            <a:r>
              <a:rPr lang="es-MX" dirty="0"/>
              <a:t> </a:t>
            </a:r>
            <a:r>
              <a:rPr lang="es-MX" dirty="0" err="1"/>
              <a:t>eget</a:t>
            </a:r>
            <a:r>
              <a:rPr lang="es-MX" dirty="0"/>
              <a:t> nunc </a:t>
            </a:r>
            <a:r>
              <a:rPr lang="es-MX" dirty="0" err="1"/>
              <a:t>hendrerit</a:t>
            </a:r>
            <a:r>
              <a:rPr lang="es-MX" dirty="0"/>
              <a:t> ultrices </a:t>
            </a:r>
            <a:r>
              <a:rPr lang="es-MX" dirty="0" err="1"/>
              <a:t>eu</a:t>
            </a:r>
            <a:r>
              <a:rPr lang="es-MX" dirty="0"/>
              <a:t> </a:t>
            </a:r>
            <a:r>
              <a:rPr lang="es-MX" dirty="0" err="1"/>
              <a:t>nec</a:t>
            </a:r>
            <a:r>
              <a:rPr lang="es-MX" dirty="0"/>
              <a:t> </a:t>
            </a:r>
            <a:r>
              <a:rPr lang="es-MX" dirty="0" err="1"/>
              <a:t>nulla</a:t>
            </a:r>
            <a:r>
              <a:rPr lang="es-MX" dirty="0"/>
              <a:t>. </a:t>
            </a:r>
            <a:r>
              <a:rPr lang="es-MX" dirty="0" err="1"/>
              <a:t>Donec</a:t>
            </a:r>
            <a:r>
              <a:rPr lang="es-MX" dirty="0"/>
              <a:t> </a:t>
            </a:r>
            <a:r>
              <a:rPr lang="es-MX" dirty="0" err="1"/>
              <a:t>viverra</a:t>
            </a:r>
            <a:r>
              <a:rPr lang="es-MX" dirty="0"/>
              <a:t> leo </a:t>
            </a:r>
            <a:r>
              <a:rPr lang="es-MX" dirty="0" err="1"/>
              <a:t>aliquet</a:t>
            </a:r>
            <a:r>
              <a:rPr lang="es-MX" dirty="0"/>
              <a:t>, </a:t>
            </a:r>
            <a:r>
              <a:rPr lang="es-MX" dirty="0" err="1"/>
              <a:t>auctor</a:t>
            </a:r>
            <a:r>
              <a:rPr lang="es-MX" dirty="0"/>
              <a:t> </a:t>
            </a:r>
            <a:r>
              <a:rPr lang="es-MX" dirty="0" err="1"/>
              <a:t>quam</a:t>
            </a:r>
            <a:r>
              <a:rPr lang="es-MX" dirty="0"/>
              <a:t> id, </a:t>
            </a:r>
            <a:r>
              <a:rPr lang="es-MX" dirty="0" err="1"/>
              <a:t>convallis</a:t>
            </a:r>
            <a:r>
              <a:rPr lang="es-MX" dirty="0"/>
              <a:t> </a:t>
            </a:r>
            <a:r>
              <a:rPr lang="es-MX" dirty="0" err="1"/>
              <a:t>orci</a:t>
            </a:r>
            <a:r>
              <a:rPr lang="es-MX" dirty="0"/>
              <a:t>. </a:t>
            </a:r>
          </a:p>
          <a:p>
            <a:pPr lvl="1" rtl="0">
              <a:buClr>
                <a:schemeClr val="accent2"/>
              </a:buClr>
            </a:pPr>
            <a:r>
              <a:rPr lang="es-MX" dirty="0"/>
              <a:t>Sed in </a:t>
            </a:r>
            <a:r>
              <a:rPr lang="es-MX" dirty="0" err="1"/>
              <a:t>molestie</a:t>
            </a:r>
            <a:r>
              <a:rPr lang="es-MX" dirty="0"/>
              <a:t> </a:t>
            </a:r>
            <a:r>
              <a:rPr lang="es-MX" dirty="0" err="1"/>
              <a:t>est</a:t>
            </a:r>
            <a:r>
              <a:rPr lang="es-MX" dirty="0"/>
              <a:t>. </a:t>
            </a:r>
            <a:r>
              <a:rPr lang="es-MX" dirty="0" err="1"/>
              <a:t>Cras</a:t>
            </a:r>
            <a:r>
              <a:rPr lang="es-MX" dirty="0"/>
              <a:t> ornare </a:t>
            </a:r>
            <a:r>
              <a:rPr lang="es-MX" dirty="0" err="1"/>
              <a:t>turpis</a:t>
            </a:r>
            <a:r>
              <a:rPr lang="es-MX" dirty="0"/>
              <a:t> at </a:t>
            </a:r>
            <a:r>
              <a:rPr lang="es-MX" dirty="0" err="1"/>
              <a:t>ligula</a:t>
            </a:r>
            <a:r>
              <a:rPr lang="es-MX" dirty="0"/>
              <a:t> </a:t>
            </a:r>
            <a:r>
              <a:rPr lang="es-MX" dirty="0" err="1"/>
              <a:t>posuere</a:t>
            </a:r>
            <a:r>
              <a:rPr lang="es-MX" dirty="0"/>
              <a:t>, </a:t>
            </a:r>
            <a:r>
              <a:rPr lang="es-MX" dirty="0" err="1"/>
              <a:t>sit</a:t>
            </a:r>
            <a:r>
              <a:rPr lang="es-MX" dirty="0"/>
              <a:t> </a:t>
            </a:r>
            <a:r>
              <a:rPr lang="es-MX" dirty="0" err="1"/>
              <a:t>amet</a:t>
            </a:r>
            <a:r>
              <a:rPr lang="es-MX" dirty="0"/>
              <a:t> </a:t>
            </a:r>
            <a:r>
              <a:rPr lang="es-MX" dirty="0" err="1"/>
              <a:t>accumsan</a:t>
            </a:r>
            <a:r>
              <a:rPr lang="es-MX" dirty="0"/>
              <a:t> </a:t>
            </a:r>
            <a:r>
              <a:rPr lang="es-MX" dirty="0" err="1"/>
              <a:t>neque</a:t>
            </a:r>
            <a:r>
              <a:rPr lang="es-MX" dirty="0"/>
              <a:t> </a:t>
            </a:r>
            <a:r>
              <a:rPr lang="es-MX" dirty="0" err="1"/>
              <a:t>lobortis</a:t>
            </a:r>
            <a:r>
              <a:rPr lang="es-MX" dirty="0"/>
              <a:t>.</a:t>
            </a:r>
          </a:p>
          <a:p>
            <a:pPr lvl="1" rtl="0">
              <a:buClr>
                <a:schemeClr val="accent2"/>
              </a:buClr>
            </a:pPr>
            <a:r>
              <a:rPr lang="es-MX" dirty="0" err="1"/>
              <a:t>Maecenas</a:t>
            </a:r>
            <a:r>
              <a:rPr lang="es-MX" dirty="0"/>
              <a:t> </a:t>
            </a:r>
            <a:r>
              <a:rPr lang="es-MX" dirty="0" err="1"/>
              <a:t>mattis</a:t>
            </a:r>
            <a:r>
              <a:rPr lang="es-MX" dirty="0"/>
              <a:t> </a:t>
            </a:r>
            <a:r>
              <a:rPr lang="es-MX" dirty="0" err="1"/>
              <a:t>risus</a:t>
            </a:r>
            <a:r>
              <a:rPr lang="es-MX" dirty="0"/>
              <a:t> </a:t>
            </a:r>
            <a:r>
              <a:rPr lang="es-MX" dirty="0" err="1"/>
              <a:t>ligula</a:t>
            </a:r>
            <a:r>
              <a:rPr lang="es-MX" dirty="0"/>
              <a:t>, sed </a:t>
            </a:r>
            <a:r>
              <a:rPr lang="es-MX" dirty="0" err="1"/>
              <a:t>ullamcorper</a:t>
            </a:r>
            <a:r>
              <a:rPr lang="es-MX" dirty="0"/>
              <a:t> nunc </a:t>
            </a:r>
            <a:r>
              <a:rPr lang="es-MX" dirty="0" err="1"/>
              <a:t>efficitur</a:t>
            </a:r>
            <a:r>
              <a:rPr lang="es-MX" dirty="0"/>
              <a:t> sed. </a:t>
            </a:r>
          </a:p>
        </p:txBody>
      </p:sp>
      <p:sp>
        <p:nvSpPr>
          <p:cNvPr id="20" name="Marcador de pie de página 4">
            <a:extLst>
              <a:ext uri="{FF2B5EF4-FFF2-40B4-BE49-F238E27FC236}">
                <a16:creationId xmlns:a16="http://schemas.microsoft.com/office/drawing/2014/main" id="{391D3201-20F9-4DD7-B4EB-F41AF17CA42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algn="l" rtl="0"/>
            <a:r>
              <a:rPr lang="es-MX" dirty="0"/>
              <a:t>Agregar un pie de página</a:t>
            </a:r>
          </a:p>
        </p:txBody>
      </p:sp>
      <p:sp>
        <p:nvSpPr>
          <p:cNvPr id="21" name="Marcador de número de diapositiva 5">
            <a:extLst>
              <a:ext uri="{FF2B5EF4-FFF2-40B4-BE49-F238E27FC236}">
                <a16:creationId xmlns:a16="http://schemas.microsoft.com/office/drawing/2014/main" id="{C7C65DDB-24F2-44CF-AE02-F3A6C8B1858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rtl="0"/>
            <a:fld id="{8699F50C-BE38-4BD0-BA84-9B090E1F2B9B}" type="slidenum">
              <a:rPr lang="es-MX" smtClean="0"/>
              <a:pPr rtl="0"/>
              <a:t>6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91516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3">
            <a:extLst>
              <a:ext uri="{FF2B5EF4-FFF2-40B4-BE49-F238E27FC236}">
                <a16:creationId xmlns:a16="http://schemas.microsoft.com/office/drawing/2014/main" id="{92896B42-4638-40D0-8887-7AB8D1D86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MX" dirty="0"/>
              <a:t>Gráfico </a:t>
            </a:r>
            <a:r>
              <a:rPr lang="es-MX" b="0" dirty="0"/>
              <a:t>Opción</a:t>
            </a:r>
          </a:p>
        </p:txBody>
      </p:sp>
      <p:sp>
        <p:nvSpPr>
          <p:cNvPr id="17" name="Marcador de texto 18">
            <a:extLst>
              <a:ext uri="{FF2B5EF4-FFF2-40B4-BE49-F238E27FC236}">
                <a16:creationId xmlns:a16="http://schemas.microsoft.com/office/drawing/2014/main" id="{D7CE36F2-C321-46C5-AFD9-00917224D39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pPr rtl="0"/>
            <a:r>
              <a:rPr lang="es-MX" dirty="0"/>
              <a:t>LOREM IPSUM DOLOR SIT AMET</a:t>
            </a:r>
          </a:p>
        </p:txBody>
      </p:sp>
      <p:sp>
        <p:nvSpPr>
          <p:cNvPr id="33" name="Marcador de texto 32">
            <a:extLst>
              <a:ext uri="{FF2B5EF4-FFF2-40B4-BE49-F238E27FC236}">
                <a16:creationId xmlns:a16="http://schemas.microsoft.com/office/drawing/2014/main" id="{7CFD0302-279C-8A48-9E27-AD5B08D6501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 rtlCol="0"/>
          <a:lstStyle/>
          <a:p>
            <a:pPr rtl="0">
              <a:buClr>
                <a:schemeClr val="accent2"/>
              </a:buClr>
            </a:pPr>
            <a:r>
              <a:rPr lang="es-MX" dirty="0" err="1"/>
              <a:t>Lorem</a:t>
            </a:r>
            <a:r>
              <a:rPr lang="es-MX" dirty="0"/>
              <a:t> </a:t>
            </a:r>
            <a:r>
              <a:rPr lang="es-MX" dirty="0" err="1"/>
              <a:t>ipsum</a:t>
            </a:r>
            <a:r>
              <a:rPr lang="es-MX" dirty="0"/>
              <a:t> dolor </a:t>
            </a:r>
            <a:r>
              <a:rPr lang="es-MX" dirty="0" err="1"/>
              <a:t>sit</a:t>
            </a:r>
            <a:r>
              <a:rPr lang="es-MX" dirty="0"/>
              <a:t> </a:t>
            </a:r>
            <a:r>
              <a:rPr lang="es-MX" dirty="0" err="1"/>
              <a:t>amet</a:t>
            </a:r>
            <a:r>
              <a:rPr lang="es-MX" dirty="0"/>
              <a:t>, </a:t>
            </a:r>
            <a:r>
              <a:rPr lang="es-MX" dirty="0" err="1"/>
              <a:t>consectetur</a:t>
            </a:r>
            <a:r>
              <a:rPr lang="es-MX" dirty="0"/>
              <a:t> </a:t>
            </a:r>
            <a:r>
              <a:rPr lang="es-MX" dirty="0" err="1"/>
              <a:t>adipiscing</a:t>
            </a:r>
            <a:r>
              <a:rPr lang="es-MX" dirty="0"/>
              <a:t> </a:t>
            </a:r>
            <a:r>
              <a:rPr lang="es-MX" dirty="0" err="1"/>
              <a:t>elit</a:t>
            </a:r>
            <a:r>
              <a:rPr lang="es-MX" dirty="0"/>
              <a:t>. </a:t>
            </a:r>
          </a:p>
          <a:p>
            <a:pPr rtl="0">
              <a:buClr>
                <a:schemeClr val="accent2"/>
              </a:buClr>
            </a:pPr>
            <a:r>
              <a:rPr lang="es-MX" dirty="0"/>
              <a:t>Ut </a:t>
            </a:r>
            <a:r>
              <a:rPr lang="es-MX" dirty="0" err="1"/>
              <a:t>fermentum</a:t>
            </a:r>
            <a:r>
              <a:rPr lang="es-MX" dirty="0"/>
              <a:t> a magna ut </a:t>
            </a:r>
            <a:r>
              <a:rPr lang="es-MX" dirty="0" err="1"/>
              <a:t>eleifend</a:t>
            </a:r>
            <a:r>
              <a:rPr lang="es-MX" dirty="0"/>
              <a:t>. </a:t>
            </a:r>
            <a:r>
              <a:rPr lang="es-MX" dirty="0" err="1"/>
              <a:t>Integer</a:t>
            </a:r>
            <a:r>
              <a:rPr lang="es-MX" dirty="0"/>
              <a:t> </a:t>
            </a:r>
            <a:r>
              <a:rPr lang="es-MX" dirty="0" err="1"/>
              <a:t>convallis</a:t>
            </a:r>
            <a:r>
              <a:rPr lang="es-MX" dirty="0"/>
              <a:t> </a:t>
            </a:r>
            <a:r>
              <a:rPr lang="es-MX" dirty="0" err="1"/>
              <a:t>suscipit</a:t>
            </a:r>
            <a:r>
              <a:rPr lang="es-MX" dirty="0"/>
              <a:t> ante </a:t>
            </a:r>
            <a:r>
              <a:rPr lang="es-MX" dirty="0" err="1"/>
              <a:t>eu</a:t>
            </a:r>
            <a:r>
              <a:rPr lang="es-MX" dirty="0"/>
              <a:t> </a:t>
            </a:r>
            <a:r>
              <a:rPr lang="es-MX" dirty="0" err="1"/>
              <a:t>varius</a:t>
            </a:r>
            <a:r>
              <a:rPr lang="es-MX" dirty="0"/>
              <a:t>. </a:t>
            </a:r>
          </a:p>
          <a:p>
            <a:pPr rtl="0">
              <a:buClr>
                <a:schemeClr val="accent2"/>
              </a:buClr>
            </a:pPr>
            <a:r>
              <a:rPr lang="es-MX" dirty="0" err="1"/>
              <a:t>Morbi</a:t>
            </a:r>
            <a:r>
              <a:rPr lang="es-MX" dirty="0"/>
              <a:t> a </a:t>
            </a:r>
            <a:r>
              <a:rPr lang="es-MX" dirty="0" err="1"/>
              <a:t>purus</a:t>
            </a:r>
            <a:r>
              <a:rPr lang="es-MX" dirty="0"/>
              <a:t> dolor. </a:t>
            </a:r>
            <a:r>
              <a:rPr lang="es-MX" dirty="0" err="1"/>
              <a:t>Suspendisse</a:t>
            </a:r>
            <a:r>
              <a:rPr lang="es-MX" dirty="0"/>
              <a:t> </a:t>
            </a:r>
            <a:r>
              <a:rPr lang="es-MX" dirty="0" err="1"/>
              <a:t>sit</a:t>
            </a:r>
            <a:r>
              <a:rPr lang="es-MX" dirty="0"/>
              <a:t> </a:t>
            </a:r>
            <a:r>
              <a:rPr lang="es-MX" dirty="0" err="1"/>
              <a:t>amet</a:t>
            </a:r>
            <a:r>
              <a:rPr lang="es-MX" dirty="0"/>
              <a:t> </a:t>
            </a:r>
            <a:r>
              <a:rPr lang="es-MX" dirty="0" err="1"/>
              <a:t>ipsum</a:t>
            </a:r>
            <a:r>
              <a:rPr lang="es-MX" dirty="0"/>
              <a:t> </a:t>
            </a:r>
            <a:r>
              <a:rPr lang="es-MX" dirty="0" err="1"/>
              <a:t>finibus</a:t>
            </a:r>
            <a:r>
              <a:rPr lang="es-MX" dirty="0"/>
              <a:t> justo </a:t>
            </a:r>
            <a:r>
              <a:rPr lang="es-MX" dirty="0" err="1"/>
              <a:t>viverra</a:t>
            </a:r>
            <a:r>
              <a:rPr lang="es-MX" dirty="0"/>
              <a:t> </a:t>
            </a:r>
            <a:r>
              <a:rPr lang="es-MX" dirty="0" err="1"/>
              <a:t>blandit</a:t>
            </a:r>
            <a:r>
              <a:rPr lang="es-MX" dirty="0"/>
              <a:t>. </a:t>
            </a:r>
          </a:p>
          <a:p>
            <a:pPr rtl="0">
              <a:buClr>
                <a:schemeClr val="accent2"/>
              </a:buClr>
            </a:pPr>
            <a:r>
              <a:rPr lang="es-MX" dirty="0"/>
              <a:t>Ut </a:t>
            </a:r>
            <a:r>
              <a:rPr lang="es-MX" dirty="0" err="1"/>
              <a:t>congue</a:t>
            </a:r>
            <a:r>
              <a:rPr lang="es-MX" dirty="0"/>
              <a:t> </a:t>
            </a:r>
            <a:r>
              <a:rPr lang="es-MX" dirty="0" err="1"/>
              <a:t>quis</a:t>
            </a:r>
            <a:r>
              <a:rPr lang="es-MX" dirty="0"/>
              <a:t> tortor </a:t>
            </a:r>
            <a:r>
              <a:rPr lang="es-MX" dirty="0" err="1"/>
              <a:t>eget</a:t>
            </a:r>
            <a:r>
              <a:rPr lang="es-MX" dirty="0"/>
              <a:t> </a:t>
            </a:r>
            <a:r>
              <a:rPr lang="es-MX" dirty="0" err="1"/>
              <a:t>sodales</a:t>
            </a:r>
            <a:r>
              <a:rPr lang="es-MX" dirty="0"/>
              <a:t>. </a:t>
            </a:r>
          </a:p>
        </p:txBody>
      </p:sp>
      <p:graphicFrame>
        <p:nvGraphicFramePr>
          <p:cNvPr id="34" name="Marcador de posición de gráfico 24" descr="Gráfico cilíndrico">
            <a:extLst>
              <a:ext uri="{FF2B5EF4-FFF2-40B4-BE49-F238E27FC236}">
                <a16:creationId xmlns:a16="http://schemas.microsoft.com/office/drawing/2014/main" id="{71FC94C7-3179-A442-AB05-74D7AFF60709}"/>
              </a:ext>
            </a:extLst>
          </p:cNvPr>
          <p:cNvGraphicFramePr>
            <a:graphicFrameLocks noGrp="1"/>
          </p:cNvGraphicFramePr>
          <p:nvPr>
            <p:ph type="chart" sz="quarter" idx="10"/>
            <p:extLst>
              <p:ext uri="{D42A27DB-BD31-4B8C-83A1-F6EECF244321}">
                <p14:modId xmlns:p14="http://schemas.microsoft.com/office/powerpoint/2010/main" val="878756756"/>
              </p:ext>
            </p:extLst>
          </p:nvPr>
        </p:nvGraphicFramePr>
        <p:xfrm>
          <a:off x="5049147" y="1340797"/>
          <a:ext cx="7106973" cy="46570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04C11C9-3DF6-471E-87C0-4DCED41031D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es-MX" dirty="0"/>
              <a:t>Agregar un pie de página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228214-87DB-4B3A-BD81-9A709A69BAA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smtClean="0"/>
              <a:pPr rtl="0"/>
              <a:t>7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10042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3">
            <a:extLst>
              <a:ext uri="{FF2B5EF4-FFF2-40B4-BE49-F238E27FC236}">
                <a16:creationId xmlns:a16="http://schemas.microsoft.com/office/drawing/2014/main" id="{F64048FA-1C7E-4BEF-8273-A6490A22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MX" dirty="0"/>
              <a:t>Tabla </a:t>
            </a:r>
            <a:r>
              <a:rPr lang="es-MX" b="0" dirty="0"/>
              <a:t>Opción</a:t>
            </a:r>
          </a:p>
        </p:txBody>
      </p:sp>
      <p:sp>
        <p:nvSpPr>
          <p:cNvPr id="12" name="Marcador de texto 18">
            <a:extLst>
              <a:ext uri="{FF2B5EF4-FFF2-40B4-BE49-F238E27FC236}">
                <a16:creationId xmlns:a16="http://schemas.microsoft.com/office/drawing/2014/main" id="{FAA9D8EA-A7CA-4ED0-94D3-29382CDEBB3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pPr rtl="0"/>
            <a:r>
              <a:rPr lang="es-MX" dirty="0"/>
              <a:t>LOREM IPSUM DOLOR SIT AMET</a:t>
            </a:r>
          </a:p>
        </p:txBody>
      </p:sp>
      <p:graphicFrame>
        <p:nvGraphicFramePr>
          <p:cNvPr id="19" name="Marcador de posición de tabla 10">
            <a:extLst>
              <a:ext uri="{FF2B5EF4-FFF2-40B4-BE49-F238E27FC236}">
                <a16:creationId xmlns:a16="http://schemas.microsoft.com/office/drawing/2014/main" id="{FA7555E4-6CFC-1C44-B97A-BFEC35A63419}"/>
              </a:ext>
            </a:extLst>
          </p:cNvPr>
          <p:cNvGraphicFramePr>
            <a:graphicFrameLocks noGrp="1"/>
          </p:cNvGraphicFramePr>
          <p:nvPr>
            <p:ph type="tbl" sz="quarter" idx="12"/>
            <p:extLst>
              <p:ext uri="{D42A27DB-BD31-4B8C-83A1-F6EECF244321}">
                <p14:modId xmlns:p14="http://schemas.microsoft.com/office/powerpoint/2010/main" val="713488145"/>
              </p:ext>
            </p:extLst>
          </p:nvPr>
        </p:nvGraphicFramePr>
        <p:xfrm>
          <a:off x="609600" y="2228535"/>
          <a:ext cx="10854695" cy="34915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0939">
                  <a:extLst>
                    <a:ext uri="{9D8B030D-6E8A-4147-A177-3AD203B41FA5}">
                      <a16:colId xmlns:a16="http://schemas.microsoft.com/office/drawing/2014/main" val="4235906612"/>
                    </a:ext>
                  </a:extLst>
                </a:gridCol>
                <a:gridCol w="2170939">
                  <a:extLst>
                    <a:ext uri="{9D8B030D-6E8A-4147-A177-3AD203B41FA5}">
                      <a16:colId xmlns:a16="http://schemas.microsoft.com/office/drawing/2014/main" val="284311610"/>
                    </a:ext>
                  </a:extLst>
                </a:gridCol>
                <a:gridCol w="2170939">
                  <a:extLst>
                    <a:ext uri="{9D8B030D-6E8A-4147-A177-3AD203B41FA5}">
                      <a16:colId xmlns:a16="http://schemas.microsoft.com/office/drawing/2014/main" val="1235871454"/>
                    </a:ext>
                  </a:extLst>
                </a:gridCol>
                <a:gridCol w="2170939">
                  <a:extLst>
                    <a:ext uri="{9D8B030D-6E8A-4147-A177-3AD203B41FA5}">
                      <a16:colId xmlns:a16="http://schemas.microsoft.com/office/drawing/2014/main" val="2126728798"/>
                    </a:ext>
                  </a:extLst>
                </a:gridCol>
                <a:gridCol w="2170939">
                  <a:extLst>
                    <a:ext uri="{9D8B030D-6E8A-4147-A177-3AD203B41FA5}">
                      <a16:colId xmlns:a16="http://schemas.microsoft.com/office/drawing/2014/main" val="2084617311"/>
                    </a:ext>
                  </a:extLst>
                </a:gridCol>
              </a:tblGrid>
              <a:tr h="698309"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1" i="0" u="none" strike="noStrike" kern="1200" noProof="0" dirty="0">
                          <a:solidFill>
                            <a:srgbClr val="3F3F3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TÍTULO DE COLUMNA</a:t>
                      </a:r>
                      <a:r>
                        <a:rPr lang="es-MX" sz="1600" b="0" i="0" u="none" strike="noStrike" kern="1200" noProof="0" dirty="0">
                          <a:solidFill>
                            <a:srgbClr val="3F3F3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s-MX" sz="1600" noProof="0" dirty="0">
                        <a:solidFill>
                          <a:srgbClr val="3F3F3F"/>
                        </a:solidFill>
                      </a:endParaRPr>
                    </a:p>
                  </a:txBody>
                  <a:tcPr marL="94257" marR="94257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1" i="0" u="none" strike="noStrike" kern="1200" noProof="0" dirty="0">
                          <a:solidFill>
                            <a:srgbClr val="3F3F3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TÍTULO DE COLUMNA</a:t>
                      </a:r>
                      <a:r>
                        <a:rPr lang="es-MX" sz="1600" b="0" i="0" u="none" strike="noStrike" kern="1200" noProof="0" dirty="0">
                          <a:solidFill>
                            <a:srgbClr val="3F3F3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s-MX" sz="1600" noProof="0" dirty="0">
                        <a:solidFill>
                          <a:srgbClr val="3F3F3F"/>
                        </a:solidFill>
                      </a:endParaRPr>
                    </a:p>
                  </a:txBody>
                  <a:tcPr marL="94257" marR="94257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1" i="0" u="none" strike="noStrike" kern="1200" noProof="0" dirty="0">
                          <a:solidFill>
                            <a:srgbClr val="3F3F3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TÍTULO DE COLUMNA</a:t>
                      </a:r>
                      <a:r>
                        <a:rPr lang="es-MX" sz="1600" b="0" i="0" u="none" strike="noStrike" kern="1200" noProof="0" dirty="0">
                          <a:solidFill>
                            <a:srgbClr val="3F3F3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s-MX" sz="1600" noProof="0" dirty="0">
                        <a:solidFill>
                          <a:srgbClr val="3F3F3F"/>
                        </a:solidFill>
                      </a:endParaRPr>
                    </a:p>
                  </a:txBody>
                  <a:tcPr marL="94257" marR="94257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1" i="0" u="none" strike="noStrike" kern="1200" noProof="0" dirty="0">
                          <a:solidFill>
                            <a:srgbClr val="3F3F3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TÍTULO DE COLUMNA</a:t>
                      </a:r>
                      <a:r>
                        <a:rPr lang="es-MX" sz="1600" b="0" i="0" u="none" strike="noStrike" kern="1200" noProof="0" dirty="0">
                          <a:solidFill>
                            <a:srgbClr val="3F3F3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s-MX" sz="1600" noProof="0" dirty="0">
                        <a:solidFill>
                          <a:srgbClr val="3F3F3F"/>
                        </a:solidFill>
                      </a:endParaRPr>
                    </a:p>
                  </a:txBody>
                  <a:tcPr marL="94257" marR="94257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1" i="0" u="none" strike="noStrike" kern="1200" noProof="0" dirty="0">
                          <a:solidFill>
                            <a:srgbClr val="3F3F3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TÍTULO DE COLUMNA</a:t>
                      </a:r>
                      <a:r>
                        <a:rPr lang="es-MX" sz="1600" b="0" i="0" u="none" strike="noStrike" kern="1200" noProof="0" dirty="0">
                          <a:solidFill>
                            <a:srgbClr val="3F3F3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s-MX" sz="1600" noProof="0" dirty="0">
                        <a:solidFill>
                          <a:srgbClr val="3F3F3F"/>
                        </a:solidFill>
                      </a:endParaRPr>
                    </a:p>
                  </a:txBody>
                  <a:tcPr marL="94257" marR="94257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5579220"/>
                  </a:ext>
                </a:extLst>
              </a:tr>
              <a:tr h="698309">
                <a:tc>
                  <a:txBody>
                    <a:bodyPr/>
                    <a:lstStyle/>
                    <a:p>
                      <a:pPr rtl="0"/>
                      <a:r>
                        <a:rPr lang="es-MX" sz="1600" b="1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TÍTULO DE FILA</a:t>
                      </a:r>
                      <a:r>
                        <a:rPr lang="es-MX" sz="16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s-MX" sz="160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182880" marR="94257" anchor="ctr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Texto de fila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Texto de fila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Texto de fila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Texto de fila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563405"/>
                  </a:ext>
                </a:extLst>
              </a:tr>
              <a:tr h="698309">
                <a:tc>
                  <a:txBody>
                    <a:bodyPr/>
                    <a:lstStyle/>
                    <a:p>
                      <a:pPr rtl="0"/>
                      <a:r>
                        <a:rPr lang="es-MX" sz="1600" b="1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TÍTULO DE FILA</a:t>
                      </a:r>
                      <a:r>
                        <a:rPr lang="es-MX" sz="16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s-MX" sz="160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182880" marR="94257" anchor="ctr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Texto de fila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Texto de fila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Texto de fila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Texto de fila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125693"/>
                  </a:ext>
                </a:extLst>
              </a:tr>
              <a:tr h="698309">
                <a:tc>
                  <a:txBody>
                    <a:bodyPr/>
                    <a:lstStyle/>
                    <a:p>
                      <a:pPr rtl="0"/>
                      <a:r>
                        <a:rPr lang="es-MX" sz="1600" b="1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TÍTULO DE FILA</a:t>
                      </a:r>
                      <a:r>
                        <a:rPr lang="es-MX" sz="16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s-MX" sz="160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182880" marR="94257" anchor="ctr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Texto de fila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Texto de fila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Texto de fila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Texto de fila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5032543"/>
                  </a:ext>
                </a:extLst>
              </a:tr>
              <a:tr h="698309">
                <a:tc>
                  <a:txBody>
                    <a:bodyPr/>
                    <a:lstStyle/>
                    <a:p>
                      <a:pPr rtl="0"/>
                      <a:r>
                        <a:rPr lang="es-MX" sz="1600" b="1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TÍTULO DE FILA</a:t>
                      </a:r>
                      <a:r>
                        <a:rPr lang="es-MX" sz="16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s-MX" sz="160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182880" marR="94257" anchor="ctr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123.45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123.45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123.45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s-MX" sz="16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123.45</a:t>
                      </a:r>
                      <a:endParaRPr lang="es-MX" sz="1600" noProof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94257" marR="94257"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4881273"/>
                  </a:ext>
                </a:extLst>
              </a:tr>
            </a:tbl>
          </a:graphicData>
        </a:graphic>
      </p:graphicFrame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6764F18-9B71-4D59-80A4-C9436CB2F47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es-MX" dirty="0"/>
              <a:t>Agregar un pie de página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53D90E-F2EA-4BA1-ACBD-9D3D0EB22C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smtClean="0"/>
              <a:pPr rtl="0"/>
              <a:t>8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973707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Marcador de posición de imagen 11" title="Horizonte">
            <a:extLst>
              <a:ext uri="{FF2B5EF4-FFF2-40B4-BE49-F238E27FC236}">
                <a16:creationId xmlns:a16="http://schemas.microsoft.com/office/drawing/2014/main" id="{6B070BD8-8610-4F64-A93A-41F46C39ECA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9408" b="9408"/>
          <a:stretch>
            <a:fillRect/>
          </a:stretch>
        </p:blipFill>
        <p:spPr/>
      </p:pic>
      <p:sp>
        <p:nvSpPr>
          <p:cNvPr id="11" name="Título 10">
            <a:extLst>
              <a:ext uri="{FF2B5EF4-FFF2-40B4-BE49-F238E27FC236}">
                <a16:creationId xmlns:a16="http://schemas.microsoft.com/office/drawing/2014/main" id="{69D4BCF2-C773-495F-A4D5-860FB6A2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MX" dirty="0">
                <a:solidFill>
                  <a:schemeClr val="tx1"/>
                </a:solidFill>
              </a:rPr>
              <a:t>EL título </a:t>
            </a:r>
            <a:r>
              <a:rPr lang="es-MX" b="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va aquí</a:t>
            </a:r>
          </a:p>
        </p:txBody>
      </p:sp>
    </p:spTree>
    <p:extLst>
      <p:ext uri="{BB962C8B-B14F-4D97-AF65-F5344CB8AC3E}">
        <p14:creationId xmlns:p14="http://schemas.microsoft.com/office/powerpoint/2010/main" val="2009224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Marcador de posición de imagen 16" title="Imagen de edificio">
            <a:extLst>
              <a:ext uri="{FF2B5EF4-FFF2-40B4-BE49-F238E27FC236}">
                <a16:creationId xmlns:a16="http://schemas.microsoft.com/office/drawing/2014/main" id="{BA026684-ED32-4C82-8EFB-03E9E047EA3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0784" r="20784"/>
          <a:stretch>
            <a:fillRect/>
          </a:stretch>
        </p:blipFill>
        <p:spPr>
          <a:custGeom>
            <a:avLst/>
            <a:gdLst>
              <a:gd name="connsiteX0" fmla="*/ 2214261 w 4428523"/>
              <a:gd name="connsiteY0" fmla="*/ 0 h 5137089"/>
              <a:gd name="connsiteX1" fmla="*/ 4428523 w 4428523"/>
              <a:gd name="connsiteY1" fmla="*/ 1107131 h 5137089"/>
              <a:gd name="connsiteX2" fmla="*/ 4428523 w 4428523"/>
              <a:gd name="connsiteY2" fmla="*/ 4029957 h 5137089"/>
              <a:gd name="connsiteX3" fmla="*/ 2214261 w 4428523"/>
              <a:gd name="connsiteY3" fmla="*/ 5137089 h 5137089"/>
              <a:gd name="connsiteX4" fmla="*/ 0 w 4428523"/>
              <a:gd name="connsiteY4" fmla="*/ 4029957 h 5137089"/>
              <a:gd name="connsiteX5" fmla="*/ 0 w 4428523"/>
              <a:gd name="connsiteY5" fmla="*/ 1107131 h 5137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28523" h="5137089">
                <a:moveTo>
                  <a:pt x="2214261" y="0"/>
                </a:moveTo>
                <a:lnTo>
                  <a:pt x="4428523" y="1107131"/>
                </a:lnTo>
                <a:lnTo>
                  <a:pt x="4428523" y="4029957"/>
                </a:lnTo>
                <a:lnTo>
                  <a:pt x="2214261" y="5137089"/>
                </a:lnTo>
                <a:lnTo>
                  <a:pt x="0" y="4029957"/>
                </a:lnTo>
                <a:lnTo>
                  <a:pt x="0" y="1107131"/>
                </a:lnTo>
                <a:close/>
              </a:path>
            </a:pathLst>
          </a:custGeom>
        </p:spPr>
      </p:pic>
      <p:sp>
        <p:nvSpPr>
          <p:cNvPr id="19" name="Hexágono 18" descr="Hexágono liso de color oscuro en el medio de un énfasis de imagen">
            <a:extLst>
              <a:ext uri="{FF2B5EF4-FFF2-40B4-BE49-F238E27FC236}">
                <a16:creationId xmlns:a16="http://schemas.microsoft.com/office/drawing/2014/main" id="{7CE8B54A-D8B2-498F-ACFB-31AC2DEB83FA}"/>
              </a:ext>
            </a:extLst>
          </p:cNvPr>
          <p:cNvSpPr/>
          <p:nvPr/>
        </p:nvSpPr>
        <p:spPr>
          <a:xfrm rot="16200000">
            <a:off x="2679702" y="2388914"/>
            <a:ext cx="2412998" cy="2080172"/>
          </a:xfrm>
          <a:prstGeom prst="hexagon">
            <a:avLst/>
          </a:prstGeom>
          <a:solidFill>
            <a:srgbClr val="0019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MX" dirty="0"/>
          </a:p>
        </p:txBody>
      </p:sp>
      <p:grpSp>
        <p:nvGrpSpPr>
          <p:cNvPr id="20" name="Grupo 19" descr="Texto agrupado de iniciales y nombre de la compañía">
            <a:extLst>
              <a:ext uri="{FF2B5EF4-FFF2-40B4-BE49-F238E27FC236}">
                <a16:creationId xmlns:a16="http://schemas.microsoft.com/office/drawing/2014/main" id="{82C4EAC6-3E04-4614-86BA-A23C851754D9}"/>
              </a:ext>
            </a:extLst>
          </p:cNvPr>
          <p:cNvGrpSpPr/>
          <p:nvPr/>
        </p:nvGrpSpPr>
        <p:grpSpPr>
          <a:xfrm>
            <a:off x="2955850" y="2855631"/>
            <a:ext cx="1881541" cy="1118752"/>
            <a:chOff x="2955850" y="2902286"/>
            <a:chExt cx="1881541" cy="1118752"/>
          </a:xfrm>
        </p:grpSpPr>
        <p:sp>
          <p:nvSpPr>
            <p:cNvPr id="21" name="Cuadro de texto 20">
              <a:extLst>
                <a:ext uri="{FF2B5EF4-FFF2-40B4-BE49-F238E27FC236}">
                  <a16:creationId xmlns:a16="http://schemas.microsoft.com/office/drawing/2014/main" id="{A20626FA-81E3-4C45-BF2D-D52CF6D96238}"/>
                </a:ext>
              </a:extLst>
            </p:cNvPr>
            <p:cNvSpPr txBox="1"/>
            <p:nvPr/>
          </p:nvSpPr>
          <p:spPr>
            <a:xfrm>
              <a:off x="3238428" y="2902286"/>
              <a:ext cx="129554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rtl="0"/>
              <a:r>
                <a:rPr lang="es-MX" sz="6000" b="1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FR</a:t>
              </a:r>
            </a:p>
          </p:txBody>
        </p:sp>
        <p:sp>
          <p:nvSpPr>
            <p:cNvPr id="22" name="Cuadro de texto 21">
              <a:extLst>
                <a:ext uri="{FF2B5EF4-FFF2-40B4-BE49-F238E27FC236}">
                  <a16:creationId xmlns:a16="http://schemas.microsoft.com/office/drawing/2014/main" id="{D6E86452-6AEA-4380-9682-AB26317ADB62}"/>
                </a:ext>
              </a:extLst>
            </p:cNvPr>
            <p:cNvSpPr txBox="1"/>
            <p:nvPr/>
          </p:nvSpPr>
          <p:spPr>
            <a:xfrm>
              <a:off x="2955850" y="3713261"/>
              <a:ext cx="188154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rtl="0"/>
              <a:r>
                <a:rPr lang="es-MX" sz="1400" dirty="0">
                  <a:solidFill>
                    <a:schemeClr val="bg1"/>
                  </a:solidFill>
                  <a:cs typeface="Calibri Light" panose="020F0302020204030204" pitchFamily="34" charset="0"/>
                </a:rPr>
                <a:t>FABRIKAM RESIDENCES</a:t>
              </a:r>
            </a:p>
          </p:txBody>
        </p:sp>
      </p:grpSp>
      <p:sp>
        <p:nvSpPr>
          <p:cNvPr id="8" name="Título 7">
            <a:extLst>
              <a:ext uri="{FF2B5EF4-FFF2-40B4-BE49-F238E27FC236}">
                <a16:creationId xmlns:a16="http://schemas.microsoft.com/office/drawing/2014/main" id="{8B6C5EAB-81FF-4827-A160-22F4363C61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es-MX" dirty="0"/>
              <a:t>Muchas </a:t>
            </a:r>
            <a:r>
              <a:rPr lang="es-MX" b="0" dirty="0"/>
              <a:t>gracias.</a:t>
            </a:r>
          </a:p>
        </p:txBody>
      </p:sp>
      <p:sp>
        <p:nvSpPr>
          <p:cNvPr id="14" name="Marcador de texto 13">
            <a:extLst>
              <a:ext uri="{FF2B5EF4-FFF2-40B4-BE49-F238E27FC236}">
                <a16:creationId xmlns:a16="http://schemas.microsoft.com/office/drawing/2014/main" id="{B6611344-9447-438E-873C-299AF4110B0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r>
              <a:rPr lang="es-MX" dirty="0"/>
              <a:t>Alejandra Arellano</a:t>
            </a:r>
          </a:p>
        </p:txBody>
      </p:sp>
      <p:sp>
        <p:nvSpPr>
          <p:cNvPr id="15" name="Marcador de texto 14">
            <a:extLst>
              <a:ext uri="{FF2B5EF4-FFF2-40B4-BE49-F238E27FC236}">
                <a16:creationId xmlns:a16="http://schemas.microsoft.com/office/drawing/2014/main" id="{7A3FB895-3D21-4707-8EDE-3F825906DE4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pPr rtl="0"/>
            <a:r>
              <a:rPr lang="es-MX" dirty="0"/>
              <a:t>208 555 0164</a:t>
            </a:r>
          </a:p>
        </p:txBody>
      </p:sp>
      <p:sp>
        <p:nvSpPr>
          <p:cNvPr id="23" name="Marcador de texto 22">
            <a:extLst>
              <a:ext uri="{FF2B5EF4-FFF2-40B4-BE49-F238E27FC236}">
                <a16:creationId xmlns:a16="http://schemas.microsoft.com/office/drawing/2014/main" id="{A0B41C33-430D-4B31-A546-F8564691947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rtlCol="0"/>
          <a:lstStyle/>
          <a:p>
            <a:pPr rtl="0"/>
            <a:r>
              <a:rPr lang="es-MX" dirty="0"/>
              <a:t>alejandra@fabrikamresidences.com</a:t>
            </a:r>
          </a:p>
        </p:txBody>
      </p:sp>
      <p:sp>
        <p:nvSpPr>
          <p:cNvPr id="24" name="Marcador de texto 23">
            <a:extLst>
              <a:ext uri="{FF2B5EF4-FFF2-40B4-BE49-F238E27FC236}">
                <a16:creationId xmlns:a16="http://schemas.microsoft.com/office/drawing/2014/main" id="{E62065D0-127B-4884-9760-D1FFEC38A6F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 rtlCol="0"/>
          <a:lstStyle/>
          <a:p>
            <a:pPr rtl="0"/>
            <a:r>
              <a:rPr lang="es-MX" dirty="0"/>
              <a:t>www.fabrikamresidences.com</a:t>
            </a:r>
          </a:p>
        </p:txBody>
      </p:sp>
    </p:spTree>
    <p:extLst>
      <p:ext uri="{BB962C8B-B14F-4D97-AF65-F5344CB8AC3E}">
        <p14:creationId xmlns:p14="http://schemas.microsoft.com/office/powerpoint/2010/main" val="2260955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E98DCA46-603B-4178-8707-30E192CE6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MX" dirty="0"/>
              <a:t>Personaliza esta plantilla</a:t>
            </a:r>
          </a:p>
        </p:txBody>
      </p:sp>
      <p:sp>
        <p:nvSpPr>
          <p:cNvPr id="8" name="Cuadro de texto 7">
            <a:hlinkClick r:id="rId3"/>
            <a:extLst>
              <a:ext uri="{FF2B5EF4-FFF2-40B4-BE49-F238E27FC236}">
                <a16:creationId xmlns:a16="http://schemas.microsoft.com/office/drawing/2014/main" id="{5FC6C278-4035-446A-A94B-030E792FDDF5}"/>
              </a:ext>
            </a:extLst>
          </p:cNvPr>
          <p:cNvSpPr txBox="1"/>
          <p:nvPr/>
        </p:nvSpPr>
        <p:spPr>
          <a:xfrm>
            <a:off x="1547813" y="2459504"/>
            <a:ext cx="90963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/>
            <a:r>
              <a:rPr lang="es-MX" sz="6000" u="sng" dirty="0">
                <a:solidFill>
                  <a:srgbClr val="0070C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Instrucciones y comentarios para editar la plantilla</a:t>
            </a:r>
            <a:endParaRPr lang="es-MX" sz="6000" u="sng" dirty="0">
              <a:solidFill>
                <a:srgbClr val="0070C0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D4BD05F-6F41-4DC6-98B4-D58BCFF6D6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es-MX" smtClean="0"/>
              <a:t>11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958238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740662_TF00951641.potx" id="{7E8BFDE7-79DB-40D6-B758-6DCE886BBCE3}" vid="{8D758CA4-0809-4CBE-9CFD-4DCAA17650AC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10" ma:contentTypeDescription="Create a new document." ma:contentTypeScope="" ma:versionID="e3b47856d4cf355c0dacb39e1084d14f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845a615265fdb1f7b12cc65ac20ecbd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  <xsd:element ref="ns2:MediaServiceAuto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79AA90D-A39D-4F83-B1BD-92099B1CAD0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74D15D6-87BC-477C-8E91-9F90829C2FC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D19A80A7-0DD1-4CF4-ABD5-362A6549C55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 de hexágono clara</Template>
  <TotalTime>15</TotalTime>
  <Words>461</Words>
  <Application>Microsoft Office PowerPoint</Application>
  <PresentationFormat>Panorámica</PresentationFormat>
  <Paragraphs>98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Arial</vt:lpstr>
      <vt:lpstr>Arial Black</vt:lpstr>
      <vt:lpstr>Calibri</vt:lpstr>
      <vt:lpstr>Calibri Light</vt:lpstr>
      <vt:lpstr>Times New Roman</vt:lpstr>
      <vt:lpstr>Tema de Office</vt:lpstr>
      <vt:lpstr>Fase 1</vt:lpstr>
      <vt:lpstr>Análisis de Requerimientos</vt:lpstr>
      <vt:lpstr>Presentación de PowerPoint</vt:lpstr>
      <vt:lpstr>Sobre nosotros</vt:lpstr>
      <vt:lpstr>Sobre nosotros</vt:lpstr>
      <vt:lpstr>Nuestra promesa</vt:lpstr>
      <vt:lpstr>Gráfico Opción</vt:lpstr>
      <vt:lpstr>Tabla Opción</vt:lpstr>
      <vt:lpstr>EL título va aquí</vt:lpstr>
      <vt:lpstr>Muchas gracias.</vt:lpstr>
      <vt:lpstr>Personaliza esta plantilla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Iván Rodríguez Apolinar</dc:creator>
  <cp:lastModifiedBy>Iván Rodríguez Apolinar</cp:lastModifiedBy>
  <cp:revision>1</cp:revision>
  <dcterms:created xsi:type="dcterms:W3CDTF">2025-10-10T01:13:57Z</dcterms:created>
  <dcterms:modified xsi:type="dcterms:W3CDTF">2025-10-10T01:29:20Z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